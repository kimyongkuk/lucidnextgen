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76" r:id="rId1"/>
  </p:sldMasterIdLst>
  <p:notesMasterIdLst>
    <p:notesMasterId r:id="rId16"/>
  </p:notesMasterIdLst>
  <p:handoutMasterIdLst>
    <p:handoutMasterId r:id="rId17"/>
  </p:handoutMasterIdLst>
  <p:sldIdLst>
    <p:sldId id="469" r:id="rId2"/>
    <p:sldId id="466" r:id="rId3"/>
    <p:sldId id="468" r:id="rId4"/>
    <p:sldId id="467" r:id="rId5"/>
    <p:sldId id="465" r:id="rId6"/>
    <p:sldId id="485" r:id="rId7"/>
    <p:sldId id="475" r:id="rId8"/>
    <p:sldId id="479" r:id="rId9"/>
    <p:sldId id="470" r:id="rId10"/>
    <p:sldId id="476" r:id="rId11"/>
    <p:sldId id="477" r:id="rId12"/>
    <p:sldId id="478" r:id="rId13"/>
    <p:sldId id="480" r:id="rId14"/>
    <p:sldId id="482" r:id="rId15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BEC6FF5E-46A8-431D-8969-10F9E4EF5346}">
          <p14:sldIdLst>
            <p14:sldId id="469"/>
          </p14:sldIdLst>
        </p14:section>
        <p14:section name="목차" id="{B31C9417-5E7E-41B4-8994-CBA991D56CA6}">
          <p14:sldIdLst>
            <p14:sldId id="466"/>
          </p14:sldIdLst>
        </p14:section>
        <p14:section name="간지" id="{22A21C45-FB65-48CE-922C-0991279BA5F7}">
          <p14:sldIdLst>
            <p14:sldId id="468"/>
          </p14:sldIdLst>
        </p14:section>
        <p14:section name="내용" id="{B4C33A6E-5D36-4D28-8306-89621D693E11}">
          <p14:sldIdLst>
            <p14:sldId id="467"/>
          </p14:sldIdLst>
        </p14:section>
        <p14:section name="마무리" id="{63F29392-E8B5-4206-8C0E-F540D5873F5E}">
          <p14:sldIdLst>
            <p14:sldId id="465"/>
          </p14:sldIdLst>
        </p14:section>
        <p14:section name="예시" id="{8C81FFE4-2890-4540-AF01-2C7F7625253E}">
          <p14:sldIdLst>
            <p14:sldId id="485"/>
            <p14:sldId id="475"/>
            <p14:sldId id="479"/>
            <p14:sldId id="470"/>
            <p14:sldId id="476"/>
            <p14:sldId id="477"/>
            <p14:sldId id="478"/>
            <p14:sldId id="480"/>
            <p14:sldId id="48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AEE"/>
    <a:srgbClr val="182F54"/>
    <a:srgbClr val="1A4468"/>
    <a:srgbClr val="E8E9EA"/>
    <a:srgbClr val="F96A06"/>
    <a:srgbClr val="E8ECF0"/>
    <a:srgbClr val="CCDDED"/>
    <a:srgbClr val="0054A7"/>
    <a:srgbClr val="0054A6"/>
    <a:srgbClr val="535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92" autoAdjust="0"/>
    <p:restoredTop sz="96366" autoAdjust="0"/>
  </p:normalViewPr>
  <p:slideViewPr>
    <p:cSldViewPr snapToGrid="0">
      <p:cViewPr varScale="1">
        <p:scale>
          <a:sx n="112" d="100"/>
          <a:sy n="112" d="100"/>
        </p:scale>
        <p:origin x="84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notesViewPr>
    <p:cSldViewPr snapToGrid="0" showGuides="1">
      <p:cViewPr varScale="1">
        <p:scale>
          <a:sx n="77" d="100"/>
          <a:sy n="77" d="100"/>
        </p:scale>
        <p:origin x="400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02F01F5-A5FE-4D52-A5BE-44F35B90D9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B5CD7E-DBF0-4857-8939-F40B1458BB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r">
              <a:defRPr sz="1300"/>
            </a:lvl1pPr>
          </a:lstStyle>
          <a:p>
            <a:fld id="{C8284D95-6853-4946-92D3-533EE85F33CF}" type="datetimeFigureOut">
              <a:rPr lang="ko-KR" altLang="en-US" smtClean="0"/>
              <a:t>2025-08-28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BA0235-E43A-4612-9042-EA46078329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5686" tIns="47843" rIns="95686" bIns="4784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09C9D8-7269-4880-B7FB-8B3A32EC6A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5686" tIns="47843" rIns="95686" bIns="47843" rtlCol="0" anchor="b"/>
          <a:lstStyle>
            <a:lvl1pPr algn="r">
              <a:defRPr sz="1300"/>
            </a:lvl1pPr>
          </a:lstStyle>
          <a:p>
            <a:fld id="{D7E8E070-21F9-410E-A3D6-EC56084FF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51444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5686" tIns="47843" rIns="95686" bIns="47843" rtlCol="0"/>
          <a:lstStyle>
            <a:lvl1pPr algn="r">
              <a:defRPr sz="1300"/>
            </a:lvl1pPr>
          </a:lstStyle>
          <a:p>
            <a:fld id="{AFE0A90B-2F9B-4E9C-AB25-04D3CD725CF8}" type="datetimeFigureOut">
              <a:rPr lang="ko-KR" altLang="en-US" smtClean="0"/>
              <a:t>2025-08-28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6" tIns="47843" rIns="95686" bIns="4784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5686" tIns="47843" rIns="95686" bIns="47843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5686" tIns="47843" rIns="95686" bIns="4784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A76D7CB-EEDF-4F39-96C4-7D2FB41AFF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24699-1097-4996-8F9A-F0018E1F94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395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697040D0-F74E-43A6-93DD-4540ABD5A927}"/>
              </a:ext>
            </a:extLst>
          </p:cNvPr>
          <p:cNvGrpSpPr/>
          <p:nvPr userDrawn="1"/>
        </p:nvGrpSpPr>
        <p:grpSpPr>
          <a:xfrm>
            <a:off x="3237781" y="2586799"/>
            <a:ext cx="5716438" cy="825302"/>
            <a:chOff x="0" y="2586799"/>
            <a:chExt cx="12192000" cy="825302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A745D4A4-6FD0-4CCA-ADDE-EB160992F7A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586799"/>
              <a:ext cx="12192000" cy="0"/>
            </a:xfrm>
            <a:prstGeom prst="line">
              <a:avLst/>
            </a:prstGeom>
            <a:ln w="38100">
              <a:gradFill flip="none" rotWithShape="1">
                <a:gsLst>
                  <a:gs pos="0">
                    <a:srgbClr val="FE6802">
                      <a:lumMod val="100000"/>
                    </a:srgbClr>
                  </a:gs>
                  <a:gs pos="100000">
                    <a:srgbClr val="0054A7"/>
                  </a:gs>
                </a:gsLst>
                <a:lin ang="0" scaled="1"/>
                <a:tileRect/>
              </a:gra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D7666E02-23DE-4FDA-B7B6-54A26B87332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12101"/>
              <a:ext cx="12192000" cy="0"/>
            </a:xfrm>
            <a:prstGeom prst="line">
              <a:avLst/>
            </a:prstGeom>
            <a:ln w="38100">
              <a:gradFill flip="none" rotWithShape="1">
                <a:gsLst>
                  <a:gs pos="100000">
                    <a:srgbClr val="FE6802">
                      <a:lumMod val="100000"/>
                    </a:srgbClr>
                  </a:gs>
                  <a:gs pos="0">
                    <a:srgbClr val="0054A7"/>
                  </a:gs>
                </a:gsLst>
                <a:lin ang="0" scaled="1"/>
                <a:tileRect/>
              </a:gradFill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D25773-D4F5-4AE7-856A-5FCAEE4FEE50}"/>
              </a:ext>
            </a:extLst>
          </p:cNvPr>
          <p:cNvSpPr txBox="1"/>
          <p:nvPr userDrawn="1"/>
        </p:nvSpPr>
        <p:spPr>
          <a:xfrm>
            <a:off x="3483676" y="3974429"/>
            <a:ext cx="51125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 문서는 엘앤에프 지적</a:t>
            </a:r>
            <a:r>
              <a:rPr lang="ko-KR" altLang="en-US" sz="1100" strike="noStrike" spc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재산이며</a:t>
            </a:r>
            <a:r>
              <a:rPr lang="en-US" altLang="ko-KR" sz="1100" strike="noStrike" spc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 strike="noStrike" spc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승인없이 사외유출시는 법적 책임이 있습니다</a:t>
            </a:r>
            <a:r>
              <a:rPr lang="en-US" altLang="ko-KR" sz="1100" strike="noStrike" spc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 strike="noStrike" spc="0" baseline="0" dirty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7A9D85F-5B62-412E-A323-CE8953FF6D8B}"/>
              </a:ext>
            </a:extLst>
          </p:cNvPr>
          <p:cNvGrpSpPr/>
          <p:nvPr userDrawn="1"/>
        </p:nvGrpSpPr>
        <p:grpSpPr>
          <a:xfrm>
            <a:off x="5495926" y="5783770"/>
            <a:ext cx="1200148" cy="357522"/>
            <a:chOff x="5628446" y="2957178"/>
            <a:chExt cx="1723625" cy="467240"/>
          </a:xfrm>
        </p:grpSpPr>
        <p:pic>
          <p:nvPicPr>
            <p:cNvPr id="25" name="Picture 3" descr="C:\Users\user\Desktop\ci\Innoxide.gif">
              <a:extLst>
                <a:ext uri="{FF2B5EF4-FFF2-40B4-BE49-F238E27FC236}">
                  <a16:creationId xmlns:a16="http://schemas.microsoft.com/office/drawing/2014/main" id="{AF9B7051-F510-450A-BC72-80A08E631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223509" y="3049999"/>
              <a:ext cx="1128562" cy="281598"/>
            </a:xfrm>
            <a:prstGeom prst="rect">
              <a:avLst/>
            </a:prstGeom>
            <a:noFill/>
          </p:spPr>
        </p:pic>
        <p:pic>
          <p:nvPicPr>
            <p:cNvPr id="26" name="Picture 4" descr="C:\Users\user\Desktop\ci\L&amp;F_CI_영문.gif">
              <a:extLst>
                <a:ext uri="{FF2B5EF4-FFF2-40B4-BE49-F238E27FC236}">
                  <a16:creationId xmlns:a16="http://schemas.microsoft.com/office/drawing/2014/main" id="{559DE2F2-4B5C-4A95-86E0-87F35130C46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r="68222"/>
            <a:stretch/>
          </p:blipFill>
          <p:spPr bwMode="auto">
            <a:xfrm>
              <a:off x="5628446" y="2957178"/>
              <a:ext cx="595063" cy="467240"/>
            </a:xfrm>
            <a:prstGeom prst="rect">
              <a:avLst/>
            </a:prstGeom>
            <a:noFill/>
          </p:spPr>
        </p:pic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9BBCE36-84D1-44B2-B7FD-D79F727B03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00" y="244032"/>
            <a:ext cx="540000" cy="5400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955589" y="360583"/>
            <a:ext cx="3336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i="1" strike="noStrike" kern="1200" spc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FA682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</a:t>
            </a:r>
            <a:r>
              <a:rPr lang="en-US" altLang="ko-KR" sz="1400" b="1" i="1" strike="noStrike" kern="1200" spc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ead the Change, Charge the </a:t>
            </a:r>
            <a:r>
              <a:rPr lang="en-US" altLang="ko-KR" sz="1400" b="1" i="1" strike="noStrike" kern="1200" spc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rgbClr val="FA682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</a:t>
            </a:r>
            <a:r>
              <a:rPr lang="en-US" altLang="ko-KR" sz="1400" b="1" i="1" strike="noStrike" kern="1200" spc="0" smtClean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uture</a:t>
            </a:r>
            <a:endParaRPr lang="ko-KR" altLang="en-US" sz="1400" b="1" i="1" strike="noStrike" kern="1200" spc="0">
              <a:ln>
                <a:solidFill>
                  <a:schemeClr val="tx1">
                    <a:alpha val="10000"/>
                  </a:schemeClr>
                </a:solidFill>
              </a:ln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11378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DE93A06F-D5FC-4306-A643-20D80FB7BB1C}"/>
              </a:ext>
            </a:extLst>
          </p:cNvPr>
          <p:cNvSpPr/>
          <p:nvPr userDrawn="1"/>
        </p:nvSpPr>
        <p:spPr>
          <a:xfrm>
            <a:off x="0" y="526704"/>
            <a:ext cx="12192000" cy="5998842"/>
          </a:xfrm>
          <a:prstGeom prst="rect">
            <a:avLst/>
          </a:prstGeom>
          <a:gradFill>
            <a:gsLst>
              <a:gs pos="0">
                <a:schemeClr val="bg1"/>
              </a:gs>
              <a:gs pos="52000">
                <a:srgbClr val="E7EAEE"/>
              </a:gs>
              <a:gs pos="75000">
                <a:srgbClr val="EFF1F4">
                  <a:alpha val="90000"/>
                </a:srgbClr>
              </a:gs>
              <a:gs pos="25000">
                <a:srgbClr val="E7EAEE">
                  <a:alpha val="90000"/>
                </a:srgb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n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55833-78BB-4725-BB77-496DF0975E45}"/>
              </a:ext>
            </a:extLst>
          </p:cNvPr>
          <p:cNvSpPr txBox="1"/>
          <p:nvPr userDrawn="1"/>
        </p:nvSpPr>
        <p:spPr>
          <a:xfrm rot="5400000">
            <a:off x="9775088" y="3275110"/>
            <a:ext cx="4275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4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72 Light" panose="020B0303030000000003" pitchFamily="34" charset="0"/>
              </a:rPr>
              <a:t>We INNOVATE the future For Sustainable Earth</a:t>
            </a:r>
            <a:endParaRPr lang="ko-KR" altLang="en-US" sz="14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72 Light" panose="020B03030300000000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45453D-EE55-4880-91CB-69CE6BD83A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979" y="2722874"/>
            <a:ext cx="3802672" cy="3802672"/>
          </a:xfrm>
          <a:prstGeom prst="rect">
            <a:avLst/>
          </a:prstGeom>
          <a:effectLst>
            <a:outerShdw blurRad="88900" dist="38100" dir="2700000" sx="101000" sy="101000" algn="tl" rotWithShape="0">
              <a:schemeClr val="tx1">
                <a:lumMod val="50000"/>
                <a:lumOff val="50000"/>
                <a:alpha val="3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227675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DA8DC53-B094-40BE-96E7-67D3ABC66243}"/>
              </a:ext>
            </a:extLst>
          </p:cNvPr>
          <p:cNvSpPr/>
          <p:nvPr userDrawn="1"/>
        </p:nvSpPr>
        <p:spPr>
          <a:xfrm>
            <a:off x="0" y="1975104"/>
            <a:ext cx="12192000" cy="29077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144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500" spc="-100" baseline="0" dirty="0">
              <a:ln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15D7B-F038-4EAB-8AAD-0B93D9EA2178}"/>
              </a:ext>
            </a:extLst>
          </p:cNvPr>
          <p:cNvSpPr txBox="1"/>
          <p:nvPr userDrawn="1"/>
        </p:nvSpPr>
        <p:spPr>
          <a:xfrm>
            <a:off x="4629150" y="4617624"/>
            <a:ext cx="2933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72 Light" panose="020B0303030000000003" pitchFamily="34" charset="0"/>
              </a:rPr>
              <a:t>We INNOVATE the future For Sustainable Earth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72 Light" panose="020B03030300000000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714999-3447-49C1-955F-B1BBC33FD0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928" y="3004817"/>
            <a:ext cx="1841610" cy="1841610"/>
          </a:xfrm>
          <a:prstGeom prst="rect">
            <a:avLst/>
          </a:prstGeom>
          <a:effectLst>
            <a:outerShdw blurRad="88900" dist="38100" dir="2700000" sx="101000" sy="101000" algn="tl" rotWithShape="0">
              <a:schemeClr val="tx1">
                <a:alpha val="63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61624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3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B2E127B6-B09A-4D52-BE78-05EBFE1D5003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5424487" y="6610350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fld id="{B4AC5175-DF14-47A8-997C-91601D0BFC70}" type="slidenum">
              <a:rPr kumimoji="0" lang="de-DE" altLang="ko-KR" sz="1000" b="0" baseline="0" smtClean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0"/>
                </a:spcBef>
                <a:defRPr/>
              </a:pPr>
              <a:t>‹#›</a:t>
            </a:fld>
            <a:r>
              <a:rPr kumimoji="0" lang="de-DE" altLang="ko-KR" sz="1000" b="0" baseline="0" dirty="0">
                <a:ln>
                  <a:solidFill>
                    <a:schemeClr val="tx1">
                      <a:lumMod val="65000"/>
                      <a:lumOff val="3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/ 14</a:t>
            </a:r>
            <a:endParaRPr kumimoji="0" lang="en-US" altLang="ko-KR" sz="1000" b="0" baseline="0" dirty="0">
              <a:ln>
                <a:solidFill>
                  <a:schemeClr val="tx1">
                    <a:lumMod val="65000"/>
                    <a:lumOff val="3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E82707C-3969-477C-921A-58633BFE695A}"/>
              </a:ext>
            </a:extLst>
          </p:cNvPr>
          <p:cNvCxnSpPr/>
          <p:nvPr userDrawn="1"/>
        </p:nvCxnSpPr>
        <p:spPr>
          <a:xfrm>
            <a:off x="247650" y="6592116"/>
            <a:ext cx="116967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F81FA3D-6EC9-481C-BAEB-1C0FE60762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6653597"/>
            <a:ext cx="561932" cy="1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8127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.O.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7A166DB5-C20D-4ACE-93B6-040722195E2B}"/>
              </a:ext>
            </a:extLst>
          </p:cNvPr>
          <p:cNvSpPr txBox="1"/>
          <p:nvPr/>
        </p:nvSpPr>
        <p:spPr>
          <a:xfrm>
            <a:off x="5001151" y="3275112"/>
            <a:ext cx="218970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000" b="1" spc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End Of Document</a:t>
            </a:r>
            <a:endParaRPr lang="ko-KR" altLang="en-US" sz="2000" b="1" spc="0" dirty="0">
              <a:ln>
                <a:solidFill>
                  <a:schemeClr val="tx1">
                    <a:alpha val="10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B91323-2173-4CD6-953C-079F81ADC8EE}"/>
              </a:ext>
            </a:extLst>
          </p:cNvPr>
          <p:cNvGrpSpPr/>
          <p:nvPr userDrawn="1"/>
        </p:nvGrpSpPr>
        <p:grpSpPr>
          <a:xfrm>
            <a:off x="5495926" y="6311566"/>
            <a:ext cx="1200148" cy="357522"/>
            <a:chOff x="5628446" y="2957178"/>
            <a:chExt cx="1723625" cy="467240"/>
          </a:xfrm>
        </p:grpSpPr>
        <p:pic>
          <p:nvPicPr>
            <p:cNvPr id="32" name="Picture 3" descr="C:\Users\user\Desktop\ci\Innoxide.gif">
              <a:extLst>
                <a:ext uri="{FF2B5EF4-FFF2-40B4-BE49-F238E27FC236}">
                  <a16:creationId xmlns:a16="http://schemas.microsoft.com/office/drawing/2014/main" id="{B8197F59-68DE-48A0-82DC-D6C590C1AE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223509" y="3049999"/>
              <a:ext cx="1128562" cy="281598"/>
            </a:xfrm>
            <a:prstGeom prst="rect">
              <a:avLst/>
            </a:prstGeom>
            <a:noFill/>
          </p:spPr>
        </p:pic>
        <p:pic>
          <p:nvPicPr>
            <p:cNvPr id="33" name="Picture 4" descr="C:\Users\user\Desktop\ci\L&amp;F_CI_영문.gif">
              <a:extLst>
                <a:ext uri="{FF2B5EF4-FFF2-40B4-BE49-F238E27FC236}">
                  <a16:creationId xmlns:a16="http://schemas.microsoft.com/office/drawing/2014/main" id="{381F7479-40EA-4A4F-84B8-F43CD95FA7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/>
            <a:srcRect r="68222"/>
            <a:stretch/>
          </p:blipFill>
          <p:spPr bwMode="auto">
            <a:xfrm>
              <a:off x="5628446" y="2957178"/>
              <a:ext cx="595063" cy="467240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04714179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05145D-B8DD-417A-A412-9CB1521CD2D1}"/>
              </a:ext>
            </a:extLst>
          </p:cNvPr>
          <p:cNvSpPr txBox="1"/>
          <p:nvPr userDrawn="1"/>
        </p:nvSpPr>
        <p:spPr>
          <a:xfrm>
            <a:off x="8514137" y="6661153"/>
            <a:ext cx="343021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</a:t>
            </a:r>
            <a:r>
              <a:rPr lang="en-US" altLang="ko-KR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)/</a:t>
            </a:r>
            <a:r>
              <a:rPr lang="ko-KR" altLang="en-US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 책임</a:t>
            </a:r>
            <a:r>
              <a:rPr lang="en-US" altLang="ko-KR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파트장</a:t>
            </a:r>
            <a:r>
              <a:rPr lang="en-US" altLang="ko-KR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solidFill>
                  <a:schemeClr val="bg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779782A-425F-4D5B-9660-7FE546868ED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5600" y="244032"/>
            <a:ext cx="1069850" cy="3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3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814" r:id="rId2"/>
    <p:sldLayoutId id="2147483815" r:id="rId3"/>
    <p:sldLayoutId id="2147483813" r:id="rId4"/>
    <p:sldLayoutId id="2147483811" r:id="rId5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469" userDrawn="1">
          <p15:clr>
            <a:srgbClr val="5ACBF0"/>
          </p15:clr>
        </p15:guide>
        <p15:guide id="2" orient="horz" pos="346" userDrawn="1">
          <p15:clr>
            <a:srgbClr val="5ACBF0"/>
          </p15:clr>
        </p15:guide>
        <p15:guide id="3" orient="horz" pos="4201" userDrawn="1">
          <p15:clr>
            <a:srgbClr val="5ACBF0"/>
          </p15:clr>
        </p15:guide>
        <p15:guide id="4" pos="21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315941DE-33A3-4B05-9AD6-716255CD7825}"/>
              </a:ext>
            </a:extLst>
          </p:cNvPr>
          <p:cNvSpPr txBox="1"/>
          <p:nvPr/>
        </p:nvSpPr>
        <p:spPr>
          <a:xfrm>
            <a:off x="12344400" y="6591524"/>
            <a:ext cx="26531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9pt / Gray</a:t>
            </a:r>
          </a:p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└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슬라이드 마스터에서 작성 필요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4EEF0C43-46C4-4897-AC07-52BD6AA1B14F}"/>
              </a:ext>
            </a:extLst>
          </p:cNvPr>
          <p:cNvCxnSpPr>
            <a:cxnSpLocks/>
          </p:cNvCxnSpPr>
          <p:nvPr/>
        </p:nvCxnSpPr>
        <p:spPr>
          <a:xfrm flipH="1">
            <a:off x="12071076" y="6730905"/>
            <a:ext cx="187599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19BAF9-1C9D-475E-9239-8BA0D5EDA9EC}"/>
              </a:ext>
            </a:extLst>
          </p:cNvPr>
          <p:cNvGrpSpPr/>
          <p:nvPr/>
        </p:nvGrpSpPr>
        <p:grpSpPr>
          <a:xfrm>
            <a:off x="12908920" y="7088832"/>
            <a:ext cx="1384656" cy="1242053"/>
            <a:chOff x="3428652" y="-891723"/>
            <a:chExt cx="1676634" cy="147658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49BC864-08D8-4468-A00B-52ABD888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8652" y="-891723"/>
              <a:ext cx="1676634" cy="147658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0ACC8B-8026-4355-A05F-991F992921E3}"/>
                </a:ext>
              </a:extLst>
            </p:cNvPr>
            <p:cNvSpPr txBox="1"/>
            <p:nvPr/>
          </p:nvSpPr>
          <p:spPr>
            <a:xfrm>
              <a:off x="3669834" y="-829043"/>
              <a:ext cx="664219" cy="475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000" dirty="0">
                  <a:solidFill>
                    <a:srgbClr val="0000FF"/>
                  </a:solidFill>
                  <a:latin typeface="a고딕13" panose="02020600000000000000" pitchFamily="18" charset="-127"/>
                  <a:ea typeface="a고딕13" panose="02020600000000000000" pitchFamily="18" charset="-127"/>
                </a:rPr>
                <a:t> </a:t>
              </a:r>
              <a:endParaRPr lang="ko-KR" altLang="en-US" sz="2000" dirty="0"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CD61B-91F8-478F-8853-768C4454849D}"/>
              </a:ext>
            </a:extLst>
          </p:cNvPr>
          <p:cNvSpPr/>
          <p:nvPr/>
        </p:nvSpPr>
        <p:spPr>
          <a:xfrm>
            <a:off x="10688829" y="181155"/>
            <a:ext cx="1252045" cy="43132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n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16C3D-C373-4749-942E-2B828C5FCE61}"/>
              </a:ext>
            </a:extLst>
          </p:cNvPr>
          <p:cNvSpPr txBox="1"/>
          <p:nvPr/>
        </p:nvSpPr>
        <p:spPr>
          <a:xfrm>
            <a:off x="8095129" y="262338"/>
            <a:ext cx="2617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규정에 따라 보안등급표 변경 필요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45FA2E-E26C-4159-952B-E418C5F65DCB}"/>
              </a:ext>
            </a:extLst>
          </p:cNvPr>
          <p:cNvSpPr txBox="1"/>
          <p:nvPr/>
        </p:nvSpPr>
        <p:spPr>
          <a:xfrm>
            <a:off x="5675213" y="4650398"/>
            <a:ext cx="8415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14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2025. 0. 0.</a:t>
            </a:r>
            <a:endParaRPr lang="ko-KR" altLang="en-US" sz="1400" dirty="0">
              <a:ln>
                <a:solidFill>
                  <a:schemeClr val="tx1">
                    <a:alpha val="10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482766-F563-419E-902C-6443AB0DEE6F}"/>
              </a:ext>
            </a:extLst>
          </p:cNvPr>
          <p:cNvSpPr txBox="1"/>
          <p:nvPr/>
        </p:nvSpPr>
        <p:spPr>
          <a:xfrm>
            <a:off x="5320218" y="2691672"/>
            <a:ext cx="155156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4000" b="1" spc="-15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제목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E260BE-54F6-4048-A9A7-93FFE50E5E82}"/>
              </a:ext>
            </a:extLst>
          </p:cNvPr>
          <p:cNvSpPr txBox="1"/>
          <p:nvPr/>
        </p:nvSpPr>
        <p:spPr>
          <a:xfrm>
            <a:off x="4380893" y="6306539"/>
            <a:ext cx="3430213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부문 </a:t>
            </a:r>
            <a:r>
              <a:rPr lang="en-US" altLang="ko-KR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센터 </a:t>
            </a:r>
            <a:r>
              <a:rPr lang="en-US" altLang="ko-KR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팀  파트 </a:t>
            </a:r>
            <a:r>
              <a:rPr lang="en-US" altLang="ko-KR" sz="110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|</a:t>
            </a:r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홍길동 책임</a:t>
            </a:r>
            <a:r>
              <a:rPr lang="en-US" altLang="ko-KR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파트장</a:t>
            </a:r>
            <a:r>
              <a:rPr lang="en-US" altLang="ko-KR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strike="noStrike" spc="0" baseline="0" dirty="0">
                <a:ln>
                  <a:solidFill>
                    <a:schemeClr val="tx1">
                      <a:alpha val="10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D665CD-CB23-42C4-8922-7EC4022935FC}"/>
              </a:ext>
            </a:extLst>
          </p:cNvPr>
          <p:cNvSpPr txBox="1"/>
          <p:nvPr/>
        </p:nvSpPr>
        <p:spPr>
          <a:xfrm>
            <a:off x="554782" y="2851985"/>
            <a:ext cx="2790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보고서명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40pt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06C0F9-9A2F-4DF2-9E06-0FD251ADA3F7}"/>
              </a:ext>
            </a:extLst>
          </p:cNvPr>
          <p:cNvSpPr txBox="1"/>
          <p:nvPr/>
        </p:nvSpPr>
        <p:spPr>
          <a:xfrm>
            <a:off x="626502" y="4613975"/>
            <a:ext cx="1771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14pt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875DAA-D3E7-4067-B9E3-A94B6D3E4D28}"/>
              </a:ext>
            </a:extLst>
          </p:cNvPr>
          <p:cNvSpPr txBox="1"/>
          <p:nvPr/>
        </p:nvSpPr>
        <p:spPr>
          <a:xfrm>
            <a:off x="1317813" y="6225720"/>
            <a:ext cx="1931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소속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11pt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2FDD6A1-A2DD-4C33-A3C0-048B18D94DD1}"/>
              </a:ext>
            </a:extLst>
          </p:cNvPr>
          <p:cNvCxnSpPr>
            <a:cxnSpLocks/>
          </p:cNvCxnSpPr>
          <p:nvPr/>
        </p:nvCxnSpPr>
        <p:spPr>
          <a:xfrm>
            <a:off x="3417100" y="2991023"/>
            <a:ext cx="2050250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0F577288-1A61-4C74-9BF6-EBAAC2C89FB8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398143" y="4752475"/>
            <a:ext cx="3069207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D25AC39-5F27-4AED-B5F2-051478919774}"/>
              </a:ext>
            </a:extLst>
          </p:cNvPr>
          <p:cNvCxnSpPr>
            <a:cxnSpLocks/>
          </p:cNvCxnSpPr>
          <p:nvPr/>
        </p:nvCxnSpPr>
        <p:spPr>
          <a:xfrm>
            <a:off x="3152775" y="6364219"/>
            <a:ext cx="1055241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61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E803B678-0E26-4278-B73F-6430B649FB66}"/>
              </a:ext>
            </a:extLst>
          </p:cNvPr>
          <p:cNvSpPr txBox="1"/>
          <p:nvPr/>
        </p:nvSpPr>
        <p:spPr>
          <a:xfrm>
            <a:off x="686932" y="918885"/>
            <a:ext cx="197304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 defTabSz="914400" rtl="0" eaLnBrk="1" latinLnBrk="1" hangingPunct="1">
              <a:tabLst>
                <a:tab pos="85725" algn="l"/>
              </a:tabLst>
            </a:pPr>
            <a:r>
              <a:rPr lang="en-US" altLang="ko-KR" sz="3000" b="1" kern="1200" spc="-50" dirty="0">
                <a:ln>
                  <a:solidFill>
                    <a:schemeClr val="tx1">
                      <a:alpha val="5000"/>
                    </a:schemeClr>
                  </a:solidFill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3000" b="1" kern="1200" spc="-50" dirty="0">
              <a:ln>
                <a:solidFill>
                  <a:schemeClr val="tx1">
                    <a:alpha val="5000"/>
                  </a:schemeClr>
                </a:solidFill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7F73F0-8C10-4402-9CC6-5BC4FA9B5CDF}"/>
              </a:ext>
            </a:extLst>
          </p:cNvPr>
          <p:cNvSpPr txBox="1"/>
          <p:nvPr/>
        </p:nvSpPr>
        <p:spPr>
          <a:xfrm>
            <a:off x="4088673" y="1011217"/>
            <a:ext cx="305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30pt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Black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7873FFC-6B27-4774-91D4-9827432E98FE}"/>
              </a:ext>
            </a:extLst>
          </p:cNvPr>
          <p:cNvCxnSpPr>
            <a:cxnSpLocks/>
          </p:cNvCxnSpPr>
          <p:nvPr/>
        </p:nvCxnSpPr>
        <p:spPr>
          <a:xfrm flipH="1">
            <a:off x="2790385" y="1149717"/>
            <a:ext cx="1279590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ABFCD39-0993-4085-A958-CFB35FCE3EE5}"/>
              </a:ext>
            </a:extLst>
          </p:cNvPr>
          <p:cNvSpPr txBox="1"/>
          <p:nvPr/>
        </p:nvSpPr>
        <p:spPr>
          <a:xfrm>
            <a:off x="3148215" y="1842453"/>
            <a:ext cx="3333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대목차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15pt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Orange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4898F28-6FCA-44AE-905F-D9C8328AE3E2}"/>
              </a:ext>
            </a:extLst>
          </p:cNvPr>
          <p:cNvCxnSpPr>
            <a:cxnSpLocks/>
          </p:cNvCxnSpPr>
          <p:nvPr/>
        </p:nvCxnSpPr>
        <p:spPr>
          <a:xfrm flipH="1">
            <a:off x="1409700" y="1980953"/>
            <a:ext cx="1743075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39A3A42-FA4D-4E0D-9881-963BFC438F45}"/>
              </a:ext>
            </a:extLst>
          </p:cNvPr>
          <p:cNvSpPr txBox="1"/>
          <p:nvPr/>
        </p:nvSpPr>
        <p:spPr>
          <a:xfrm>
            <a:off x="2604144" y="2141686"/>
            <a:ext cx="299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15pt</a:t>
            </a:r>
          </a:p>
          <a:p>
            <a:pPr algn="r"/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없을 시 생략 가능    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87E4C9B-3CA7-4E16-9D43-B1FB19BBF18C}"/>
              </a:ext>
            </a:extLst>
          </p:cNvPr>
          <p:cNvCxnSpPr>
            <a:cxnSpLocks/>
          </p:cNvCxnSpPr>
          <p:nvPr/>
        </p:nvCxnSpPr>
        <p:spPr>
          <a:xfrm flipH="1">
            <a:off x="2937354" y="2265180"/>
            <a:ext cx="736977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E394C0F9-6A3F-471B-9A5C-DA2B5163E98F}"/>
              </a:ext>
            </a:extLst>
          </p:cNvPr>
          <p:cNvGrpSpPr/>
          <p:nvPr/>
        </p:nvGrpSpPr>
        <p:grpSpPr>
          <a:xfrm>
            <a:off x="701488" y="1883201"/>
            <a:ext cx="4765862" cy="478853"/>
            <a:chOff x="768163" y="1883201"/>
            <a:chExt cx="2691029" cy="47885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BC6CB0D-1783-42AD-A998-76219F6B8B4F}"/>
                </a:ext>
              </a:extLst>
            </p:cNvPr>
            <p:cNvSpPr txBox="1"/>
            <p:nvPr/>
          </p:nvSpPr>
          <p:spPr>
            <a:xfrm>
              <a:off x="768163" y="2131222"/>
              <a:ext cx="2691029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1500" u="none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u="none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|   </a:t>
              </a:r>
              <a:r>
                <a:rPr lang="ko-KR" altLang="en-US" sz="1500" spc="-100" dirty="0" err="1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   </a:t>
              </a:r>
              <a:endParaRPr lang="ko-KR" altLang="en-US" sz="1500" spc="-100" baseline="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086B365-03FB-4019-A829-7A5997B0CF68}"/>
                </a:ext>
              </a:extLst>
            </p:cNvPr>
            <p:cNvSpPr txBox="1"/>
            <p:nvPr/>
          </p:nvSpPr>
          <p:spPr>
            <a:xfrm>
              <a:off x="768163" y="1883201"/>
              <a:ext cx="179614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914400" rtl="0" eaLnBrk="1" latinLnBrk="1" hangingPunct="1"/>
              <a:r>
                <a:rPr lang="ko-KR" altLang="en-US" sz="1500" b="1" kern="1200" spc="-30" baseline="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목차</a:t>
              </a:r>
              <a:r>
                <a:rPr lang="en-US" altLang="ko-KR" sz="1500" b="1" kern="1200" spc="-30" baseline="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500" b="1" kern="1200" spc="-30" baseline="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3CCA2CD-66CA-4A75-9BDF-9324C491EB36}"/>
              </a:ext>
            </a:extLst>
          </p:cNvPr>
          <p:cNvGrpSpPr/>
          <p:nvPr/>
        </p:nvGrpSpPr>
        <p:grpSpPr>
          <a:xfrm>
            <a:off x="701488" y="2989239"/>
            <a:ext cx="4765862" cy="474147"/>
            <a:chOff x="768163" y="2760639"/>
            <a:chExt cx="2691029" cy="47414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580835-FE5B-425F-92F1-04BA6BE397B4}"/>
                </a:ext>
              </a:extLst>
            </p:cNvPr>
            <p:cNvSpPr txBox="1"/>
            <p:nvPr/>
          </p:nvSpPr>
          <p:spPr>
            <a:xfrm>
              <a:off x="768163" y="3003954"/>
              <a:ext cx="2691029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|   </a:t>
              </a:r>
              <a:r>
                <a:rPr lang="ko-KR" altLang="en-US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r>
                <a:rPr lang="ko-KR" altLang="en-US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500" spc="-100" baseline="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|   </a:t>
              </a:r>
              <a:r>
                <a:rPr lang="ko-KR" altLang="en-US" sz="1500" spc="-10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dirty="0">
                  <a:ln>
                    <a:solidFill>
                      <a:schemeClr val="tx1">
                        <a:lumMod val="75000"/>
                        <a:lumOff val="25000"/>
                        <a:alpha val="15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500" spc="-100" baseline="0" dirty="0">
                <a:ln>
                  <a:solidFill>
                    <a:schemeClr val="tx1">
                      <a:lumMod val="75000"/>
                      <a:lumOff val="25000"/>
                      <a:alpha val="15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879697-CAAC-4684-9ED6-17CC89C278BF}"/>
                </a:ext>
              </a:extLst>
            </p:cNvPr>
            <p:cNvSpPr txBox="1"/>
            <p:nvPr/>
          </p:nvSpPr>
          <p:spPr>
            <a:xfrm>
              <a:off x="768163" y="2760639"/>
              <a:ext cx="1842812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914400" rtl="0" eaLnBrk="1" latinLnBrk="1" hangingPunct="1"/>
              <a:r>
                <a:rPr lang="ko-KR" altLang="en-US" sz="1500" b="1" kern="1200" spc="-40" baseline="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목차</a:t>
              </a:r>
              <a:r>
                <a:rPr lang="en-US" altLang="ko-KR" sz="1500" b="1" kern="1200" spc="-40" baseline="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500" b="1" kern="1200" spc="-40" baseline="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B4B6D1F-D431-4A15-9370-9C76E690FC06}"/>
              </a:ext>
            </a:extLst>
          </p:cNvPr>
          <p:cNvGrpSpPr/>
          <p:nvPr/>
        </p:nvGrpSpPr>
        <p:grpSpPr>
          <a:xfrm>
            <a:off x="701488" y="4093745"/>
            <a:ext cx="4765862" cy="478853"/>
            <a:chOff x="768163" y="3636545"/>
            <a:chExt cx="2691029" cy="47885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B75DC65-CF23-4FE7-9EF2-79EC8EB7F66D}"/>
                </a:ext>
              </a:extLst>
            </p:cNvPr>
            <p:cNvSpPr txBox="1"/>
            <p:nvPr/>
          </p:nvSpPr>
          <p:spPr>
            <a:xfrm>
              <a:off x="768163" y="3636545"/>
              <a:ext cx="1842812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algn="l" defTabSz="914400" rtl="0" eaLnBrk="1" latinLnBrk="1" hangingPunct="1"/>
              <a:r>
                <a:rPr lang="en-US" altLang="ko-KR" sz="1500" b="1" kern="1200" spc="-50" baseline="0" dirty="0">
                  <a:ln>
                    <a:solidFill>
                      <a:schemeClr val="tx1">
                        <a:lumMod val="50000"/>
                        <a:lumOff val="50000"/>
                        <a:alpha val="15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Appendix</a:t>
              </a:r>
              <a:endParaRPr lang="ko-KR" altLang="en-US" sz="1500" b="1" kern="1200" spc="-50" baseline="0" dirty="0">
                <a:ln>
                  <a:solidFill>
                    <a:schemeClr val="tx1">
                      <a:lumMod val="50000"/>
                      <a:lumOff val="50000"/>
                      <a:alpha val="15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61BD17-6669-4832-B1F3-58658791E826}"/>
                </a:ext>
              </a:extLst>
            </p:cNvPr>
            <p:cNvSpPr txBox="1"/>
            <p:nvPr/>
          </p:nvSpPr>
          <p:spPr>
            <a:xfrm>
              <a:off x="768163" y="3884566"/>
              <a:ext cx="2691029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1500" spc="-100" baseline="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baseline="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1500" spc="-100" baseline="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1500" spc="-100" baseline="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rPr>
                <a:t>|   </a:t>
              </a:r>
              <a:r>
                <a:rPr lang="ko-KR" altLang="en-US" sz="1500" spc="-10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1500" spc="-100" dirty="0">
                  <a:ln>
                    <a:solidFill>
                      <a:schemeClr val="bg1">
                        <a:lumMod val="50000"/>
                        <a:alpha val="1500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en-US" altLang="ko-KR" sz="1500" spc="-100" baseline="0" dirty="0">
                <a:ln>
                  <a:solidFill>
                    <a:schemeClr val="bg1">
                      <a:lumMod val="50000"/>
                      <a:alpha val="1500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FD62FDD2-C45E-4FFE-A5BF-FE50DE193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87" y="2243463"/>
            <a:ext cx="1562318" cy="107647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91ED707-660D-411C-8A54-8FA865CC62FA}"/>
              </a:ext>
            </a:extLst>
          </p:cNvPr>
          <p:cNvSpPr txBox="1"/>
          <p:nvPr/>
        </p:nvSpPr>
        <p:spPr>
          <a:xfrm>
            <a:off x="5664272" y="2727423"/>
            <a:ext cx="453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 </a:t>
            </a:r>
            <a:endParaRPr lang="ko-KR" altLang="en-US" sz="2000" dirty="0">
              <a:solidFill>
                <a:srgbClr val="0000FF"/>
              </a:solidFill>
              <a:latin typeface="a고딕13" panose="02020600000000000000" pitchFamily="18" charset="-127"/>
              <a:ea typeface="a고딕13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5268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FF19AD0-5692-490C-9328-958885FE25EF}"/>
              </a:ext>
            </a:extLst>
          </p:cNvPr>
          <p:cNvGrpSpPr/>
          <p:nvPr/>
        </p:nvGrpSpPr>
        <p:grpSpPr>
          <a:xfrm>
            <a:off x="677407" y="2280960"/>
            <a:ext cx="5925307" cy="1004081"/>
            <a:chOff x="725032" y="2280960"/>
            <a:chExt cx="5925307" cy="100408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668132A-8245-49EA-BA20-9618FDAA98B4}"/>
                </a:ext>
              </a:extLst>
            </p:cNvPr>
            <p:cNvSpPr txBox="1"/>
            <p:nvPr/>
          </p:nvSpPr>
          <p:spPr>
            <a:xfrm>
              <a:off x="750910" y="2977264"/>
              <a:ext cx="5899429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2000" spc="-100" baseline="0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2000" spc="-100" baseline="0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r>
                <a:rPr lang="ko-KR" altLang="en-US" sz="2000" spc="-100" baseline="0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en-US" altLang="ko-KR" sz="2000" spc="-100" baseline="0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|   </a:t>
              </a:r>
              <a:r>
                <a:rPr lang="ko-KR" altLang="en-US" sz="2000" spc="-100" dirty="0" err="1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소목차</a:t>
              </a:r>
              <a:r>
                <a:rPr lang="en-US" altLang="ko-KR" sz="2000" spc="-100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2000" spc="-100" baseline="0" dirty="0">
                <a:ln>
                  <a:solidFill>
                    <a:schemeClr val="bg1">
                      <a:alpha val="1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B54C84-48B4-4897-95BF-1800BA21297C}"/>
                </a:ext>
              </a:extLst>
            </p:cNvPr>
            <p:cNvSpPr txBox="1"/>
            <p:nvPr/>
          </p:nvSpPr>
          <p:spPr>
            <a:xfrm>
              <a:off x="725032" y="2280960"/>
              <a:ext cx="1303242" cy="61555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ko-KR" altLang="en-US" sz="4000" b="1" spc="-5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목차</a:t>
              </a:r>
              <a:r>
                <a:rPr lang="en-US" altLang="ko-KR" sz="4000" b="1" spc="-50" dirty="0">
                  <a:ln>
                    <a:solidFill>
                      <a:schemeClr val="bg1">
                        <a:alpha val="5000"/>
                      </a:schemeClr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4000" b="1" spc="-50" dirty="0">
                <a:ln>
                  <a:solidFill>
                    <a:schemeClr val="bg1">
                      <a:alpha val="5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FA2E231-4120-486E-8B0E-B60BA247EB79}"/>
              </a:ext>
            </a:extLst>
          </p:cNvPr>
          <p:cNvSpPr txBox="1"/>
          <p:nvPr/>
        </p:nvSpPr>
        <p:spPr>
          <a:xfrm>
            <a:off x="52556" y="888489"/>
            <a:ext cx="3362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대목차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40pt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White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1D76F6F-33E0-471D-B152-F4810CF30F96}"/>
              </a:ext>
            </a:extLst>
          </p:cNvPr>
          <p:cNvCxnSpPr>
            <a:cxnSpLocks/>
          </p:cNvCxnSpPr>
          <p:nvPr/>
        </p:nvCxnSpPr>
        <p:spPr>
          <a:xfrm>
            <a:off x="1268113" y="1289714"/>
            <a:ext cx="1" cy="86702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AD21BC2-E873-46C1-ACF7-E68CC4A31B09}"/>
              </a:ext>
            </a:extLst>
          </p:cNvPr>
          <p:cNvSpPr txBox="1"/>
          <p:nvPr/>
        </p:nvSpPr>
        <p:spPr>
          <a:xfrm>
            <a:off x="224302" y="5686596"/>
            <a:ext cx="299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20pt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White </a:t>
            </a:r>
          </a:p>
          <a:p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생략 가능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E56D98A-385B-48C3-AD0E-466254C02DD1}"/>
              </a:ext>
            </a:extLst>
          </p:cNvPr>
          <p:cNvCxnSpPr>
            <a:cxnSpLocks/>
          </p:cNvCxnSpPr>
          <p:nvPr/>
        </p:nvCxnSpPr>
        <p:spPr>
          <a:xfrm flipV="1">
            <a:off x="1167990" y="3429000"/>
            <a:ext cx="1" cy="2113637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95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aseline="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여기에는 표지 타이틀을 적습니다</a:t>
            </a:r>
            <a:r>
              <a:rPr lang="en-US" altLang="ko-KR" sz="700" baseline="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700" baseline="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6EE43-5A0F-49EA-B450-06195B8B7E15}"/>
              </a:ext>
            </a:extLst>
          </p:cNvPr>
          <p:cNvSpPr txBox="1"/>
          <p:nvPr/>
        </p:nvSpPr>
        <p:spPr>
          <a:xfrm>
            <a:off x="334962" y="1049978"/>
            <a:ext cx="2882199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0" i="0" u="none" strike="noStrike" kern="1200" cap="none" spc="-50" normalizeH="0" baseline="0" noProof="0" dirty="0">
                <a:ln>
                  <a:solidFill>
                    <a:schemeClr val="tx1">
                      <a:alpha val="15000"/>
                    </a:schemeClr>
                  </a:solidFill>
                </a:ln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세부 추가 내용을 적으시면 됩니다</a:t>
            </a:r>
            <a:r>
              <a:rPr kumimoji="0" lang="en-US" altLang="ko-KR" sz="1500" b="0" i="0" u="none" strike="noStrike" kern="1200" cap="none" spc="-50" normalizeH="0" baseline="0" noProof="0" dirty="0">
                <a:ln>
                  <a:solidFill>
                    <a:schemeClr val="tx1">
                      <a:alpha val="15000"/>
                    </a:schemeClr>
                  </a:solidFill>
                </a:ln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11188960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포맷 각색 목적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피보고자의 시인성 제고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명확한 내용 전달을 통한 신속한 의사 결정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963973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AF053E4-622F-4AED-B46A-82F381253AF1}"/>
              </a:ext>
            </a:extLst>
          </p:cNvPr>
          <p:cNvGrpSpPr/>
          <p:nvPr/>
        </p:nvGrpSpPr>
        <p:grpSpPr>
          <a:xfrm>
            <a:off x="334962" y="1583809"/>
            <a:ext cx="1025140" cy="184666"/>
            <a:chOff x="7099028" y="1983859"/>
            <a:chExt cx="1025140" cy="18466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301BB3-F8DA-40F1-8553-0A906A8C5EFE}"/>
                </a:ext>
              </a:extLst>
            </p:cNvPr>
            <p:cNvSpPr txBox="1"/>
            <p:nvPr/>
          </p:nvSpPr>
          <p:spPr>
            <a:xfrm>
              <a:off x="7255340" y="1983859"/>
              <a:ext cx="86882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내용 타이틀</a:t>
              </a:r>
              <a:r>
                <a:rPr lang="en-US" altLang="ko-KR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BD329AF-8AD1-4FBF-A8E9-4584176ACD4F}"/>
                </a:ext>
              </a:extLst>
            </p:cNvPr>
            <p:cNvGrpSpPr/>
            <p:nvPr/>
          </p:nvGrpSpPr>
          <p:grpSpPr>
            <a:xfrm>
              <a:off x="7099028" y="2018130"/>
              <a:ext cx="109016" cy="120887"/>
              <a:chOff x="8404053" y="1802104"/>
              <a:chExt cx="330439" cy="366422"/>
            </a:xfrm>
          </p:grpSpPr>
          <p:sp>
            <p:nvSpPr>
              <p:cNvPr id="11" name="화살표: 갈매기형 수장 10">
                <a:extLst>
                  <a:ext uri="{FF2B5EF4-FFF2-40B4-BE49-F238E27FC236}">
                    <a16:creationId xmlns:a16="http://schemas.microsoft.com/office/drawing/2014/main" id="{68750BAE-9314-41A8-96AE-2B2EBDA2EEC6}"/>
                  </a:ext>
                </a:extLst>
              </p:cNvPr>
              <p:cNvSpPr/>
              <p:nvPr/>
            </p:nvSpPr>
            <p:spPr>
              <a:xfrm>
                <a:off x="8523310" y="1802104"/>
                <a:ext cx="211182" cy="366422"/>
              </a:xfrm>
              <a:prstGeom prst="chevron">
                <a:avLst>
                  <a:gd name="adj" fmla="val 60489"/>
                </a:avLst>
              </a:prstGeom>
              <a:solidFill>
                <a:srgbClr val="FA83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00" b="1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화살표: 갈매기형 수장 11">
                <a:extLst>
                  <a:ext uri="{FF2B5EF4-FFF2-40B4-BE49-F238E27FC236}">
                    <a16:creationId xmlns:a16="http://schemas.microsoft.com/office/drawing/2014/main" id="{4C1BD026-49FC-45A7-A8B9-EE2AA9E78CBC}"/>
                  </a:ext>
                </a:extLst>
              </p:cNvPr>
              <p:cNvSpPr/>
              <p:nvPr/>
            </p:nvSpPr>
            <p:spPr>
              <a:xfrm>
                <a:off x="8404053" y="1802104"/>
                <a:ext cx="211183" cy="366422"/>
              </a:xfrm>
              <a:prstGeom prst="chevron">
                <a:avLst>
                  <a:gd name="adj" fmla="val 60489"/>
                </a:avLst>
              </a:prstGeom>
              <a:solidFill>
                <a:srgbClr val="F96A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00" b="1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FF017ED-BC3D-4759-B5EF-130C7EDEF97D}"/>
              </a:ext>
            </a:extLst>
          </p:cNvPr>
          <p:cNvSpPr txBox="1"/>
          <p:nvPr/>
        </p:nvSpPr>
        <p:spPr>
          <a:xfrm>
            <a:off x="2883995" y="195448"/>
            <a:ext cx="299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 타이틀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7pt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0C85CD6-56F4-4F9F-8CBF-8E64DB680B2A}"/>
              </a:ext>
            </a:extLst>
          </p:cNvPr>
          <p:cNvCxnSpPr>
            <a:cxnSpLocks/>
          </p:cNvCxnSpPr>
          <p:nvPr/>
        </p:nvCxnSpPr>
        <p:spPr>
          <a:xfrm flipH="1">
            <a:off x="1873185" y="326268"/>
            <a:ext cx="2032065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D3F298-8D94-48CD-8B5D-5E917CF3D5A1}"/>
              </a:ext>
            </a:extLst>
          </p:cNvPr>
          <p:cNvSpPr txBox="1"/>
          <p:nvPr/>
        </p:nvSpPr>
        <p:spPr>
          <a:xfrm>
            <a:off x="2373048" y="374418"/>
            <a:ext cx="345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대목차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&amp;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9pt / Orange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E6DA263-1317-4668-A981-D3F7EC7211F3}"/>
              </a:ext>
            </a:extLst>
          </p:cNvPr>
          <p:cNvCxnSpPr>
            <a:cxnSpLocks/>
          </p:cNvCxnSpPr>
          <p:nvPr/>
        </p:nvCxnSpPr>
        <p:spPr>
          <a:xfrm flipH="1">
            <a:off x="1428750" y="481261"/>
            <a:ext cx="1695450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014B2F4-C722-4923-8D9C-6A3C5C6D61F3}"/>
              </a:ext>
            </a:extLst>
          </p:cNvPr>
          <p:cNvSpPr txBox="1"/>
          <p:nvPr/>
        </p:nvSpPr>
        <p:spPr>
          <a:xfrm>
            <a:off x="3732603" y="1052772"/>
            <a:ext cx="2990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15pt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4ABDC96-0E0E-4044-A812-FB1201781CB8}"/>
              </a:ext>
            </a:extLst>
          </p:cNvPr>
          <p:cNvCxnSpPr>
            <a:cxnSpLocks/>
          </p:cNvCxnSpPr>
          <p:nvPr/>
        </p:nvCxnSpPr>
        <p:spPr>
          <a:xfrm flipH="1">
            <a:off x="3360017" y="1191271"/>
            <a:ext cx="765834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2AB781A-AB9C-4659-86C3-3255CFD45E73}"/>
              </a:ext>
            </a:extLst>
          </p:cNvPr>
          <p:cNvSpPr txBox="1"/>
          <p:nvPr/>
        </p:nvSpPr>
        <p:spPr>
          <a:xfrm>
            <a:off x="2836473" y="1537642"/>
            <a:ext cx="390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타이틀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12pt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Orange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6C7545C-7D72-4444-AA1A-6CE320BE75BE}"/>
              </a:ext>
            </a:extLst>
          </p:cNvPr>
          <p:cNvCxnSpPr>
            <a:cxnSpLocks/>
          </p:cNvCxnSpPr>
          <p:nvPr/>
        </p:nvCxnSpPr>
        <p:spPr>
          <a:xfrm flipH="1">
            <a:off x="1552682" y="1676141"/>
            <a:ext cx="1437545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5753B-A55B-4185-81C3-A36AB1AC216B}"/>
              </a:ext>
            </a:extLst>
          </p:cNvPr>
          <p:cNvSpPr txBox="1"/>
          <p:nvPr/>
        </p:nvSpPr>
        <p:spPr>
          <a:xfrm>
            <a:off x="9561982" y="1645402"/>
            <a:ext cx="249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25pt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D75C72F-C531-4834-BDFD-E2669BDB9587}"/>
              </a:ext>
            </a:extLst>
          </p:cNvPr>
          <p:cNvCxnSpPr>
            <a:cxnSpLocks/>
          </p:cNvCxnSpPr>
          <p:nvPr/>
        </p:nvCxnSpPr>
        <p:spPr>
          <a:xfrm flipV="1">
            <a:off x="10940092" y="1081628"/>
            <a:ext cx="0" cy="511188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A92CBBE-54D8-4991-A7BC-92973DC41F98}"/>
              </a:ext>
            </a:extLst>
          </p:cNvPr>
          <p:cNvGrpSpPr/>
          <p:nvPr/>
        </p:nvGrpSpPr>
        <p:grpSpPr>
          <a:xfrm>
            <a:off x="6764411" y="1537642"/>
            <a:ext cx="1384656" cy="1242052"/>
            <a:chOff x="5067902" y="845402"/>
            <a:chExt cx="1676634" cy="1476581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AD9C9C33-1257-4162-A502-FBBF84CA8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7902" y="845402"/>
              <a:ext cx="1676634" cy="1476581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91CC4DC-DC68-410D-A3E4-C4BFC9813F60}"/>
                </a:ext>
              </a:extLst>
            </p:cNvPr>
            <p:cNvSpPr txBox="1"/>
            <p:nvPr/>
          </p:nvSpPr>
          <p:spPr>
            <a:xfrm>
              <a:off x="5800020" y="908085"/>
              <a:ext cx="664219" cy="475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000" dirty="0">
                  <a:solidFill>
                    <a:srgbClr val="0000FF"/>
                  </a:solidFill>
                  <a:latin typeface="a고딕13" panose="02020600000000000000" pitchFamily="18" charset="-127"/>
                  <a:ea typeface="a고딕13" panose="02020600000000000000" pitchFamily="18" charset="-127"/>
                </a:rPr>
                <a:t> </a:t>
              </a:r>
              <a:endParaRPr lang="ko-KR" altLang="en-US" sz="2000" dirty="0"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450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C3AE714-9E28-4C10-A840-B5939A223A3F}"/>
              </a:ext>
            </a:extLst>
          </p:cNvPr>
          <p:cNvSpPr txBox="1"/>
          <p:nvPr/>
        </p:nvSpPr>
        <p:spPr>
          <a:xfrm>
            <a:off x="712763" y="3290501"/>
            <a:ext cx="2792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마무리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20pt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E6E0728-F480-4BC4-915A-0B15F6C89DA7}"/>
              </a:ext>
            </a:extLst>
          </p:cNvPr>
          <p:cNvCxnSpPr>
            <a:cxnSpLocks/>
          </p:cNvCxnSpPr>
          <p:nvPr/>
        </p:nvCxnSpPr>
        <p:spPr>
          <a:xfrm>
            <a:off x="3486424" y="3429000"/>
            <a:ext cx="1146538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0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AD99343-E7B7-45ED-B6DA-F9912CF3A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7113" y="1380518"/>
            <a:ext cx="1619476" cy="10862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사업현황 보고회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6399188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공정기술 전략 회의 주관 타 협의체 협업 사항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1250911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lvl="0">
              <a:defRPr/>
            </a:pP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Ⅲ.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공정기술 전략 회의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F017ED-BC3D-4759-B5EF-130C7EDEF97D}"/>
              </a:ext>
            </a:extLst>
          </p:cNvPr>
          <p:cNvSpPr txBox="1"/>
          <p:nvPr/>
        </p:nvSpPr>
        <p:spPr>
          <a:xfrm>
            <a:off x="2115985" y="195448"/>
            <a:ext cx="29904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표지 타이틀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7pt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0C85CD6-56F4-4F9F-8CBF-8E64DB680B2A}"/>
              </a:ext>
            </a:extLst>
          </p:cNvPr>
          <p:cNvCxnSpPr>
            <a:cxnSpLocks/>
          </p:cNvCxnSpPr>
          <p:nvPr/>
        </p:nvCxnSpPr>
        <p:spPr>
          <a:xfrm flipH="1">
            <a:off x="1170492" y="326268"/>
            <a:ext cx="2032065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D3F298-8D94-48CD-8B5D-5E917CF3D5A1}"/>
              </a:ext>
            </a:extLst>
          </p:cNvPr>
          <p:cNvSpPr txBox="1"/>
          <p:nvPr/>
        </p:nvSpPr>
        <p:spPr>
          <a:xfrm>
            <a:off x="2243664" y="378231"/>
            <a:ext cx="345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목차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9pt / Orange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E6DA263-1317-4668-A981-D3F7EC7211F3}"/>
              </a:ext>
            </a:extLst>
          </p:cNvPr>
          <p:cNvCxnSpPr>
            <a:cxnSpLocks/>
          </p:cNvCxnSpPr>
          <p:nvPr/>
        </p:nvCxnSpPr>
        <p:spPr>
          <a:xfrm flipH="1">
            <a:off x="1628775" y="482292"/>
            <a:ext cx="1573783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2D5753B-A55B-4185-81C3-A36AB1AC216B}"/>
              </a:ext>
            </a:extLst>
          </p:cNvPr>
          <p:cNvSpPr txBox="1"/>
          <p:nvPr/>
        </p:nvSpPr>
        <p:spPr>
          <a:xfrm>
            <a:off x="7116820" y="681220"/>
            <a:ext cx="249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25pt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D75C72F-C531-4834-BDFD-E2669BDB9587}"/>
              </a:ext>
            </a:extLst>
          </p:cNvPr>
          <p:cNvCxnSpPr>
            <a:cxnSpLocks/>
          </p:cNvCxnSpPr>
          <p:nvPr/>
        </p:nvCxnSpPr>
        <p:spPr>
          <a:xfrm flipH="1">
            <a:off x="6798819" y="819720"/>
            <a:ext cx="341124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E7B3A04-0390-42B3-9E0A-F2FDBC1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253002"/>
              </p:ext>
            </p:extLst>
          </p:nvPr>
        </p:nvGraphicFramePr>
        <p:xfrm>
          <a:off x="334963" y="1171894"/>
          <a:ext cx="11545868" cy="2700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6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 요청 사항</a:t>
                      </a:r>
                    </a:p>
                  </a:txBody>
                  <a:tcPr marL="38994" marR="38994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회신 내용</a:t>
                      </a:r>
                    </a:p>
                  </a:txBody>
                  <a:tcPr marL="38994" marR="38994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56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ts val="1700"/>
                        </a:lnSpc>
                      </a:pPr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내용을 입력하세요</a:t>
                      </a:r>
                      <a:r>
                        <a:rPr lang="en-US" altLang="ko-KR" sz="1000" b="1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1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-. </a:t>
                      </a:r>
                      <a:r>
                        <a:rPr lang="ko-KR" altLang="en-US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659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내용을 입력하세요</a:t>
                      </a:r>
                      <a:r>
                        <a:rPr lang="en-US" altLang="ko-KR" sz="1000" b="1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-. </a:t>
                      </a:r>
                      <a:r>
                        <a:rPr lang="ko-KR" altLang="en-US" sz="1000" b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내용을 입력하세요</a:t>
                      </a:r>
                      <a:r>
                        <a:rPr lang="en-US" altLang="ko-KR" sz="1000" b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en-US" altLang="ko-KR" sz="1000" b="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="1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1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-. </a:t>
                      </a:r>
                      <a:r>
                        <a:rPr lang="ko-KR" altLang="en-US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2360B6C-A7E8-4ADA-8691-9BD37E1F1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32474"/>
              </p:ext>
            </p:extLst>
          </p:nvPr>
        </p:nvGraphicFramePr>
        <p:xfrm>
          <a:off x="334963" y="3971527"/>
          <a:ext cx="11545868" cy="2451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477">
                  <a:extLst>
                    <a:ext uri="{9D8B030D-6E8A-4147-A177-3AD203B41FA5}">
                      <a16:colId xmlns:a16="http://schemas.microsoft.com/office/drawing/2014/main" val="58444653"/>
                    </a:ext>
                  </a:extLst>
                </a:gridCol>
                <a:gridCol w="4641447">
                  <a:extLst>
                    <a:ext uri="{9D8B030D-6E8A-4147-A177-3AD203B41FA5}">
                      <a16:colId xmlns:a16="http://schemas.microsoft.com/office/drawing/2014/main" val="1686305738"/>
                    </a:ext>
                  </a:extLst>
                </a:gridCol>
                <a:gridCol w="5535944">
                  <a:extLst>
                    <a:ext uri="{9D8B030D-6E8A-4147-A177-3AD203B41FA5}">
                      <a16:colId xmlns:a16="http://schemas.microsoft.com/office/drawing/2014/main" val="3511164021"/>
                    </a:ext>
                  </a:extLst>
                </a:gridCol>
              </a:tblGrid>
              <a:tr h="2396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 수신 사항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결과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32261"/>
                  </a:ext>
                </a:extLst>
              </a:tr>
              <a:tr h="583462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내용을 입력하세요</a:t>
                      </a:r>
                      <a:r>
                        <a:rPr lang="en-US" altLang="ko-KR" sz="1000" b="1" kern="120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baseline="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000" b="0" kern="1200" baseline="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내용을 입력하세요</a:t>
                      </a:r>
                      <a:r>
                        <a:rPr lang="en-US" altLang="ko-KR" sz="1000" b="0" kern="1200" baseline="0" noProof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.</a:t>
                      </a:r>
                      <a:endParaRPr lang="en-US" altLang="ko-KR" sz="1000" b="0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25867"/>
                  </a:ext>
                </a:extLst>
              </a:tr>
              <a:tr h="58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819384"/>
                  </a:ext>
                </a:extLst>
              </a:tr>
              <a:tr h="461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672677"/>
                  </a:ext>
                </a:extLst>
              </a:tr>
              <a:tr h="5834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000" b="0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ko-KR" altLang="en-US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131600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4D27528C-C583-47E4-B13C-ABCCA302BAA4}"/>
              </a:ext>
            </a:extLst>
          </p:cNvPr>
          <p:cNvGrpSpPr/>
          <p:nvPr/>
        </p:nvGrpSpPr>
        <p:grpSpPr>
          <a:xfrm>
            <a:off x="11710269" y="1171894"/>
            <a:ext cx="3108390" cy="461665"/>
            <a:chOff x="11710269" y="1196437"/>
            <a:chExt cx="3108390" cy="461665"/>
          </a:xfrm>
        </p:grpSpPr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3A8413FF-6782-4A18-B042-592CD425E9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10269" y="1334937"/>
              <a:ext cx="415056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687B2E-5348-4DDF-ACE8-0A0D87388B6D}"/>
                </a:ext>
              </a:extLst>
            </p:cNvPr>
            <p:cNvSpPr txBox="1"/>
            <p:nvPr/>
          </p:nvSpPr>
          <p:spPr>
            <a:xfrm>
              <a:off x="12125325" y="1196437"/>
              <a:ext cx="26933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머리글 행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10pt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White</a:t>
              </a:r>
              <a:endPara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65A36F1-C36B-4EE6-A046-37E9CC8FF676}"/>
              </a:ext>
            </a:extLst>
          </p:cNvPr>
          <p:cNvGrpSpPr/>
          <p:nvPr/>
        </p:nvGrpSpPr>
        <p:grpSpPr>
          <a:xfrm>
            <a:off x="11710269" y="2200594"/>
            <a:ext cx="2907377" cy="830997"/>
            <a:chOff x="11710269" y="1196437"/>
            <a:chExt cx="2907377" cy="830997"/>
          </a:xfrm>
        </p:grpSpPr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BF857EA5-6862-4D3A-B889-A1DB8BCEAA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10269" y="1334937"/>
              <a:ext cx="415056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2D0E576-7A07-4286-BBA9-536AA1DAB6C0}"/>
                </a:ext>
              </a:extLst>
            </p:cNvPr>
            <p:cNvSpPr txBox="1"/>
            <p:nvPr/>
          </p:nvSpPr>
          <p:spPr>
            <a:xfrm>
              <a:off x="12125325" y="1196437"/>
              <a:ext cx="249232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본문 행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</a:p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10pt</a:t>
              </a:r>
            </a:p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대주제 글머리기호 네모 적용</a:t>
              </a:r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본문 여백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0.2cm</a:t>
              </a:r>
              <a:endPara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8B7B927-1EFA-4F97-AAE2-1115209E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482" y="3033942"/>
            <a:ext cx="1269202" cy="1175353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1A139D21-C4A0-4D6F-AC9F-5973A58C1DF2}"/>
              </a:ext>
            </a:extLst>
          </p:cNvPr>
          <p:cNvGrpSpPr/>
          <p:nvPr/>
        </p:nvGrpSpPr>
        <p:grpSpPr>
          <a:xfrm>
            <a:off x="-2700430" y="1163427"/>
            <a:ext cx="3144313" cy="3416320"/>
            <a:chOff x="12093811" y="1065540"/>
            <a:chExt cx="3144313" cy="3416320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C6D1F81D-F4E2-4511-B678-1552D5AE72AE}"/>
                </a:ext>
              </a:extLst>
            </p:cNvPr>
            <p:cNvCxnSpPr>
              <a:cxnSpLocks/>
            </p:cNvCxnSpPr>
            <p:nvPr/>
          </p:nvCxnSpPr>
          <p:spPr>
            <a:xfrm>
              <a:off x="12779010" y="1196437"/>
              <a:ext cx="245911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621EEF-04DF-45FD-95CB-1E69E276DC34}"/>
                </a:ext>
              </a:extLst>
            </p:cNvPr>
            <p:cNvSpPr txBox="1"/>
            <p:nvPr/>
          </p:nvSpPr>
          <p:spPr>
            <a:xfrm>
              <a:off x="12093811" y="1065540"/>
              <a:ext cx="249232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 양식</a:t>
              </a:r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머리글 행 색상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본문 행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endPara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  <a:p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-.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 테두리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 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C983E6D7-4611-4276-A569-D5A83874CA52}"/>
              </a:ext>
            </a:extLst>
          </p:cNvPr>
          <p:cNvGrpSpPr/>
          <p:nvPr/>
        </p:nvGrpSpPr>
        <p:grpSpPr>
          <a:xfrm>
            <a:off x="-1549027" y="4351318"/>
            <a:ext cx="1384656" cy="2297271"/>
            <a:chOff x="-1719356" y="4351318"/>
            <a:chExt cx="1384656" cy="2297271"/>
          </a:xfrm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7EE7AE7C-ACC3-4458-9500-09260751F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719356" y="4351318"/>
              <a:ext cx="1384656" cy="229727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A870B7E-9A3D-4364-93CA-AE2127BCC65C}"/>
                </a:ext>
              </a:extLst>
            </p:cNvPr>
            <p:cNvSpPr txBox="1"/>
            <p:nvPr/>
          </p:nvSpPr>
          <p:spPr>
            <a:xfrm>
              <a:off x="-1520485" y="4948042"/>
              <a:ext cx="45302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000" dirty="0">
                  <a:solidFill>
                    <a:srgbClr val="0000FF"/>
                  </a:solidFill>
                  <a:latin typeface="a고딕13" panose="02020600000000000000" pitchFamily="18" charset="-127"/>
                  <a:ea typeface="a고딕13" panose="02020600000000000000" pitchFamily="18" charset="-127"/>
                </a:rPr>
                <a:t> </a:t>
              </a:r>
              <a:endParaRPr lang="ko-KR" altLang="en-US" sz="2000" dirty="0"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9305A890-7269-476C-AEEC-E8F414CAC55C}"/>
              </a:ext>
            </a:extLst>
          </p:cNvPr>
          <p:cNvSpPr txBox="1"/>
          <p:nvPr/>
        </p:nvSpPr>
        <p:spPr>
          <a:xfrm>
            <a:off x="5552006" y="-321495"/>
            <a:ext cx="1221809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사업현황 보고회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1A1E69-6DE1-47DF-8CB7-94DAF5855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5992" y="3033956"/>
            <a:ext cx="1596572" cy="2225142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4F61F8F-5632-4562-88F1-FA94AB3C7E6F}"/>
              </a:ext>
            </a:extLst>
          </p:cNvPr>
          <p:cNvSpPr/>
          <p:nvPr/>
        </p:nvSpPr>
        <p:spPr>
          <a:xfrm>
            <a:off x="13700760" y="4495800"/>
            <a:ext cx="1386840" cy="1828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n>
                <a:solidFill>
                  <a:schemeClr val="bg1">
                    <a:alpha val="1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0A7121-C95C-475C-9C75-F7AD32AFB95B}"/>
              </a:ext>
            </a:extLst>
          </p:cNvPr>
          <p:cNvSpPr txBox="1"/>
          <p:nvPr/>
        </p:nvSpPr>
        <p:spPr>
          <a:xfrm>
            <a:off x="-742851" y="2130267"/>
            <a:ext cx="4530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FF"/>
                </a:solidFill>
                <a:latin typeface="a고딕13" panose="02020600000000000000" pitchFamily="18" charset="-127"/>
                <a:ea typeface="a고딕13" panose="02020600000000000000" pitchFamily="18" charset="-127"/>
              </a:rPr>
              <a:t> </a:t>
            </a:r>
            <a:endParaRPr lang="ko-KR" altLang="en-US" sz="2000" dirty="0">
              <a:solidFill>
                <a:srgbClr val="0000FF"/>
              </a:solidFill>
              <a:latin typeface="a고딕13" panose="02020600000000000000" pitchFamily="18" charset="-127"/>
              <a:ea typeface="a고딕13" panose="02020600000000000000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A98704-3F6B-401E-9709-EF1FFFBC69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724241" y="2852976"/>
            <a:ext cx="1600423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4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사업현황 보고회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6399188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공정기술 전략 회의 주관 타 협의체 협업 사항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07E5A11-F58F-4C1C-8840-1F6C472EF379}"/>
              </a:ext>
            </a:extLst>
          </p:cNvPr>
          <p:cNvGrpSpPr/>
          <p:nvPr/>
        </p:nvGrpSpPr>
        <p:grpSpPr>
          <a:xfrm>
            <a:off x="1284792" y="195448"/>
            <a:ext cx="4088374" cy="246221"/>
            <a:chOff x="865692" y="195448"/>
            <a:chExt cx="4088374" cy="24622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F017ED-BC3D-4759-B5EF-130C7EDEF97D}"/>
                </a:ext>
              </a:extLst>
            </p:cNvPr>
            <p:cNvSpPr txBox="1"/>
            <p:nvPr/>
          </p:nvSpPr>
          <p:spPr>
            <a:xfrm>
              <a:off x="1963586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B0C85CD6-56F4-4F9F-8CBF-8E64DB680B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5692" y="326268"/>
              <a:ext cx="2032065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2D5753B-A55B-4185-81C3-A36AB1AC216B}"/>
              </a:ext>
            </a:extLst>
          </p:cNvPr>
          <p:cNvSpPr txBox="1"/>
          <p:nvPr/>
        </p:nvSpPr>
        <p:spPr>
          <a:xfrm>
            <a:off x="7129706" y="689929"/>
            <a:ext cx="249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25pt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D75C72F-C531-4834-BDFD-E2669BDB9587}"/>
              </a:ext>
            </a:extLst>
          </p:cNvPr>
          <p:cNvCxnSpPr>
            <a:cxnSpLocks/>
          </p:cNvCxnSpPr>
          <p:nvPr/>
        </p:nvCxnSpPr>
        <p:spPr>
          <a:xfrm flipH="1">
            <a:off x="6783288" y="819720"/>
            <a:ext cx="341124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AE7B3A04-0390-42B3-9E0A-F2FDBC1D0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605797"/>
              </p:ext>
            </p:extLst>
          </p:nvPr>
        </p:nvGraphicFramePr>
        <p:xfrm>
          <a:off x="334963" y="1171894"/>
          <a:ext cx="11545868" cy="490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안건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내용</a:t>
                      </a:r>
                    </a:p>
                  </a:txBody>
                  <a:tcPr marL="38994" marR="38994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 결과 및 진행사항</a:t>
                      </a:r>
                    </a:p>
                  </a:txBody>
                  <a:tcPr marL="38994" marR="38994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975">
                <a:tc>
                  <a:txBody>
                    <a:bodyPr/>
                    <a:lstStyle/>
                    <a:p>
                      <a:pPr algn="ctr" latinLnBrk="1">
                        <a:lnSpc>
                          <a:spcPts val="1800"/>
                        </a:lnSpc>
                      </a:pPr>
                      <a:endParaRPr lang="en-US" altLang="ko-KR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36000" marB="36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E668AC75-4788-4E76-A8C3-67A083A90C10}"/>
              </a:ext>
            </a:extLst>
          </p:cNvPr>
          <p:cNvSpPr txBox="1"/>
          <p:nvPr/>
        </p:nvSpPr>
        <p:spPr>
          <a:xfrm>
            <a:off x="5552006" y="-321495"/>
            <a:ext cx="1221809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사업현황 보고회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F4295D0-8A1C-419E-A5B7-DB4EBD0FC6AA}"/>
              </a:ext>
            </a:extLst>
          </p:cNvPr>
          <p:cNvGrpSpPr/>
          <p:nvPr/>
        </p:nvGrpSpPr>
        <p:grpSpPr>
          <a:xfrm>
            <a:off x="1924050" y="378231"/>
            <a:ext cx="4158716" cy="246221"/>
            <a:chOff x="1628775" y="378231"/>
            <a:chExt cx="4158716" cy="24622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B69C85F-54D4-4BAF-B663-E5291714024B}"/>
                </a:ext>
              </a:extLst>
            </p:cNvPr>
            <p:cNvSpPr txBox="1"/>
            <p:nvPr/>
          </p:nvSpPr>
          <p:spPr>
            <a:xfrm>
              <a:off x="2330509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44A7D157-4830-44EC-B0E9-E721621DA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8775" y="482292"/>
              <a:ext cx="15737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EE2B734-F09F-40EC-8B3A-38424E3DAA5E}"/>
              </a:ext>
            </a:extLst>
          </p:cNvPr>
          <p:cNvSpPr txBox="1"/>
          <p:nvPr/>
        </p:nvSpPr>
        <p:spPr>
          <a:xfrm>
            <a:off x="299254" y="405457"/>
            <a:ext cx="1250911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lvl="0">
              <a:defRPr/>
            </a:pP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Ⅲ.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공정기술 전략 회의</a:t>
            </a:r>
          </a:p>
        </p:txBody>
      </p:sp>
    </p:spTree>
    <p:extLst>
      <p:ext uri="{BB962C8B-B14F-4D97-AF65-F5344CB8AC3E}">
        <p14:creationId xmlns:p14="http://schemas.microsoft.com/office/powerpoint/2010/main" val="336120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00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부문 사업계획 보고</a:t>
            </a:r>
            <a:endParaRPr lang="ko-KR" altLang="en-US" sz="700" baseline="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3348674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목표 전략 합의서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_00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부서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963973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9EDEE9-03D7-469A-B4E7-A941F5F3A891}"/>
              </a:ext>
            </a:extLst>
          </p:cNvPr>
          <p:cNvGrpSpPr/>
          <p:nvPr/>
        </p:nvGrpSpPr>
        <p:grpSpPr>
          <a:xfrm>
            <a:off x="3924366" y="681220"/>
            <a:ext cx="2880919" cy="276999"/>
            <a:chOff x="10252114" y="681220"/>
            <a:chExt cx="2880919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D5753B-A55B-4185-81C3-A36AB1AC216B}"/>
                </a:ext>
              </a:extLst>
            </p:cNvPr>
            <p:cNvSpPr txBox="1"/>
            <p:nvPr/>
          </p:nvSpPr>
          <p:spPr>
            <a:xfrm>
              <a:off x="10640712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부제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D75C72F-C531-4834-BDFD-E2669BDB95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52114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55F288-6DE0-4AE1-BE5C-0C2CE5E31090}"/>
              </a:ext>
            </a:extLst>
          </p:cNvPr>
          <p:cNvSpPr txBox="1"/>
          <p:nvPr/>
        </p:nvSpPr>
        <p:spPr>
          <a:xfrm>
            <a:off x="5576852" y="-321495"/>
            <a:ext cx="1172116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목표전략합의서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CE2D73-E3E5-4F32-AE00-465302D78DE7}"/>
              </a:ext>
            </a:extLst>
          </p:cNvPr>
          <p:cNvGrpSpPr/>
          <p:nvPr/>
        </p:nvGrpSpPr>
        <p:grpSpPr>
          <a:xfrm>
            <a:off x="2162175" y="195448"/>
            <a:ext cx="3896791" cy="246221"/>
            <a:chOff x="1400175" y="195448"/>
            <a:chExt cx="3896791" cy="246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7B08CA-A983-4F1D-9C9F-48B638D732E9}"/>
                </a:ext>
              </a:extLst>
            </p:cNvPr>
            <p:cNvSpPr txBox="1"/>
            <p:nvPr/>
          </p:nvSpPr>
          <p:spPr>
            <a:xfrm>
              <a:off x="2306486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9BFD36A-7FD9-4310-A248-E02DBFA3AA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89683B3-758A-4085-9AE9-C1B1F5CE5720}"/>
              </a:ext>
            </a:extLst>
          </p:cNvPr>
          <p:cNvGrpSpPr/>
          <p:nvPr/>
        </p:nvGrpSpPr>
        <p:grpSpPr>
          <a:xfrm>
            <a:off x="1562100" y="378231"/>
            <a:ext cx="4882616" cy="246221"/>
            <a:chOff x="800100" y="378231"/>
            <a:chExt cx="4882616" cy="24622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E3F49AD-8B5E-44FD-8AB6-EF2403C80D84}"/>
                </a:ext>
              </a:extLst>
            </p:cNvPr>
            <p:cNvSpPr txBox="1"/>
            <p:nvPr/>
          </p:nvSpPr>
          <p:spPr>
            <a:xfrm>
              <a:off x="2225734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0739D72-645E-45A1-B2FC-508C633B7D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100" y="482292"/>
              <a:ext cx="2402459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8143F83-0E5D-4E8D-B491-1403E7C42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851905"/>
              </p:ext>
            </p:extLst>
          </p:nvPr>
        </p:nvGraphicFramePr>
        <p:xfrm>
          <a:off x="360330" y="1127484"/>
          <a:ext cx="11496706" cy="5408324"/>
        </p:xfrm>
        <a:graphic>
          <a:graphicData uri="http://schemas.openxmlformats.org/drawingml/2006/table">
            <a:tbl>
              <a:tblPr/>
              <a:tblGrid>
                <a:gridCol w="985718">
                  <a:extLst>
                    <a:ext uri="{9D8B030D-6E8A-4147-A177-3AD203B41FA5}">
                      <a16:colId xmlns:a16="http://schemas.microsoft.com/office/drawing/2014/main" val="1668622353"/>
                    </a:ext>
                  </a:extLst>
                </a:gridCol>
                <a:gridCol w="2186486">
                  <a:extLst>
                    <a:ext uri="{9D8B030D-6E8A-4147-A177-3AD203B41FA5}">
                      <a16:colId xmlns:a16="http://schemas.microsoft.com/office/drawing/2014/main" val="2227195939"/>
                    </a:ext>
                  </a:extLst>
                </a:gridCol>
                <a:gridCol w="698230">
                  <a:extLst>
                    <a:ext uri="{9D8B030D-6E8A-4147-A177-3AD203B41FA5}">
                      <a16:colId xmlns:a16="http://schemas.microsoft.com/office/drawing/2014/main" val="3048803053"/>
                    </a:ext>
                  </a:extLst>
                </a:gridCol>
                <a:gridCol w="698230">
                  <a:extLst>
                    <a:ext uri="{9D8B030D-6E8A-4147-A177-3AD203B41FA5}">
                      <a16:colId xmlns:a16="http://schemas.microsoft.com/office/drawing/2014/main" val="2805843393"/>
                    </a:ext>
                  </a:extLst>
                </a:gridCol>
                <a:gridCol w="453701">
                  <a:extLst>
                    <a:ext uri="{9D8B030D-6E8A-4147-A177-3AD203B41FA5}">
                      <a16:colId xmlns:a16="http://schemas.microsoft.com/office/drawing/2014/main" val="3492158290"/>
                    </a:ext>
                  </a:extLst>
                </a:gridCol>
                <a:gridCol w="560542">
                  <a:extLst>
                    <a:ext uri="{9D8B030D-6E8A-4147-A177-3AD203B41FA5}">
                      <a16:colId xmlns:a16="http://schemas.microsoft.com/office/drawing/2014/main" val="1478630984"/>
                    </a:ext>
                  </a:extLst>
                </a:gridCol>
                <a:gridCol w="560542">
                  <a:extLst>
                    <a:ext uri="{9D8B030D-6E8A-4147-A177-3AD203B41FA5}">
                      <a16:colId xmlns:a16="http://schemas.microsoft.com/office/drawing/2014/main" val="1782990729"/>
                    </a:ext>
                  </a:extLst>
                </a:gridCol>
                <a:gridCol w="560542">
                  <a:extLst>
                    <a:ext uri="{9D8B030D-6E8A-4147-A177-3AD203B41FA5}">
                      <a16:colId xmlns:a16="http://schemas.microsoft.com/office/drawing/2014/main" val="39510317"/>
                    </a:ext>
                  </a:extLst>
                </a:gridCol>
                <a:gridCol w="560542">
                  <a:extLst>
                    <a:ext uri="{9D8B030D-6E8A-4147-A177-3AD203B41FA5}">
                      <a16:colId xmlns:a16="http://schemas.microsoft.com/office/drawing/2014/main" val="2979900268"/>
                    </a:ext>
                  </a:extLst>
                </a:gridCol>
                <a:gridCol w="560542">
                  <a:extLst>
                    <a:ext uri="{9D8B030D-6E8A-4147-A177-3AD203B41FA5}">
                      <a16:colId xmlns:a16="http://schemas.microsoft.com/office/drawing/2014/main" val="3669172551"/>
                    </a:ext>
                  </a:extLst>
                </a:gridCol>
                <a:gridCol w="3671631">
                  <a:extLst>
                    <a:ext uri="{9D8B030D-6E8A-4147-A177-3AD203B41FA5}">
                      <a16:colId xmlns:a16="http://schemas.microsoft.com/office/drawing/2014/main" val="631483919"/>
                    </a:ext>
                  </a:extLst>
                </a:gridCol>
              </a:tblGrid>
              <a:tr h="262088">
                <a:tc rowSpan="2"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항목</a:t>
                      </a:r>
                      <a:r>
                        <a:rPr lang="en-US" altLang="ko-KR" sz="1000" b="1" kern="120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(KPI)</a:t>
                      </a:r>
                      <a:endParaRPr lang="ko-KR" altLang="en-US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8" marR="6288" marT="6288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ts val="1500"/>
                        </a:lnSpc>
                      </a:pPr>
                      <a:r>
                        <a:rPr lang="ko-KR" alt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ts val="1500"/>
                        </a:lnSpc>
                      </a:pPr>
                      <a:r>
                        <a:rPr lang="ko-KR" alt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현수준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ts val="1500"/>
                        </a:lnSpc>
                      </a:pPr>
                      <a:r>
                        <a:rPr lang="ko-KR" alt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가중치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000" b="1" kern="120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목표수준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달성 방안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872791"/>
                  </a:ext>
                </a:extLst>
              </a:tr>
              <a:tr h="20885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</a:p>
                  </a:txBody>
                  <a:tcPr marL="6288" marR="6288" marT="6288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1000" b="1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8" marR="6288" marT="6288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546290"/>
                  </a:ext>
                </a:extLst>
              </a:tr>
              <a:tr h="401893">
                <a:tc gridSpan="1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1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상위 전략 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: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ts val="1500"/>
                        </a:lnSpc>
                      </a:pP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913978"/>
                  </a:ext>
                </a:extLst>
              </a:tr>
              <a:tr h="401893">
                <a:tc gridSpan="1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1.1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부서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부문 전략 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: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69884"/>
                  </a:ext>
                </a:extLst>
              </a:tr>
              <a:tr h="4621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가치 창출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재무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80716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이해관계자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ctr" latinLnBrk="1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ko-KR" altLang="en-US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ko-KR" altLang="en-US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ko-KR" altLang="en-US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935798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내부 프로세스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ko-KR" altLang="en-US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688032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역량강화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indent="-88900" algn="l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ko-KR" altLang="en-US" sz="1000" b="0" i="0" u="none" strike="noStrike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059422"/>
                  </a:ext>
                </a:extLst>
              </a:tr>
              <a:tr h="401893">
                <a:tc gridSpan="1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2.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상위 전략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: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ts val="1500"/>
                        </a:lnSpc>
                      </a:pP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23007"/>
                  </a:ext>
                </a:extLst>
              </a:tr>
              <a:tr h="401893">
                <a:tc gridSpan="1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 2.1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부서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부문 전략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: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itchFamily="34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lnSpc>
                          <a:spcPts val="1500"/>
                        </a:lnSpc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bg2">
                              <a:lumMod val="9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738290"/>
                  </a:ext>
                </a:extLst>
              </a:tr>
              <a:tr h="456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가치 창출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ctr" latinLnBrk="1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247600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이해관계자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ctr" latinLnBrk="1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073385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내부 프로세스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ctr" latinLnBrk="1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38944"/>
                  </a:ext>
                </a:extLst>
              </a:tr>
              <a:tr h="40189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6699"/>
                        </a:buClr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itchFamily="34" charset="0"/>
                        </a:rPr>
                        <a:t>역량강화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fontAlgn="ctr" latinLnBrk="1" hangingPunct="1">
                        <a:lnSpc>
                          <a:spcPts val="1500"/>
                        </a:lnSpc>
                        <a:buFont typeface="Wingdings" panose="05000000000000000000" pitchFamily="2" charset="2"/>
                        <a:buChar char="§"/>
                      </a:pPr>
                      <a:endParaRPr lang="en-US" altLang="ko-KR" sz="1000" b="1" kern="120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 기준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</a:p>
                    <a:p>
                      <a:pPr marL="88900" marR="0" lvl="0" indent="-889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달성 방안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50A5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]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solidFill>
                            <a:srgbClr val="0050A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43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OOOO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실적 보고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5207516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실적 및 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계획 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407731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CB5137-970D-4358-952E-15F92E780EE5}"/>
              </a:ext>
            </a:extLst>
          </p:cNvPr>
          <p:cNvSpPr txBox="1"/>
          <p:nvPr/>
        </p:nvSpPr>
        <p:spPr>
          <a:xfrm>
            <a:off x="5597691" y="-321495"/>
            <a:ext cx="1130438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보고 자료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566A24C-4ECE-4E5F-B088-3D8D518C96AF}"/>
              </a:ext>
            </a:extLst>
          </p:cNvPr>
          <p:cNvGrpSpPr/>
          <p:nvPr/>
        </p:nvGrpSpPr>
        <p:grpSpPr>
          <a:xfrm>
            <a:off x="1400175" y="195448"/>
            <a:ext cx="3677716" cy="246221"/>
            <a:chOff x="1400175" y="195448"/>
            <a:chExt cx="3677716" cy="24622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432FEB6-B2D4-4378-B86C-7E70550FDD67}"/>
                </a:ext>
              </a:extLst>
            </p:cNvPr>
            <p:cNvSpPr txBox="1"/>
            <p:nvPr/>
          </p:nvSpPr>
          <p:spPr>
            <a:xfrm>
              <a:off x="2087411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F42CC29-ECB6-4763-98BB-53AFAF6BF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5C20802-2672-430F-964D-63CE8740B9F1}"/>
              </a:ext>
            </a:extLst>
          </p:cNvPr>
          <p:cNvGrpSpPr/>
          <p:nvPr/>
        </p:nvGrpSpPr>
        <p:grpSpPr>
          <a:xfrm>
            <a:off x="800100" y="378231"/>
            <a:ext cx="4882616" cy="246221"/>
            <a:chOff x="800100" y="378231"/>
            <a:chExt cx="4882616" cy="2462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0D7324-FB83-4CE1-9387-CA1A42484BDE}"/>
                </a:ext>
              </a:extLst>
            </p:cNvPr>
            <p:cNvSpPr txBox="1"/>
            <p:nvPr/>
          </p:nvSpPr>
          <p:spPr>
            <a:xfrm>
              <a:off x="2225734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F3F75CD-03F3-4B07-9F6A-84B76F450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100" y="482292"/>
              <a:ext cx="2402459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482D6D-F5D8-4803-863F-969DDCA9ABBC}"/>
              </a:ext>
            </a:extLst>
          </p:cNvPr>
          <p:cNvGrpSpPr/>
          <p:nvPr/>
        </p:nvGrpSpPr>
        <p:grpSpPr>
          <a:xfrm>
            <a:off x="5686504" y="728845"/>
            <a:ext cx="2752088" cy="276999"/>
            <a:chOff x="5751158" y="681220"/>
            <a:chExt cx="2752088" cy="27699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2DCDC43-AF37-46A9-8C35-09D87231AB62}"/>
                </a:ext>
              </a:extLst>
            </p:cNvPr>
            <p:cNvSpPr txBox="1"/>
            <p:nvPr/>
          </p:nvSpPr>
          <p:spPr>
            <a:xfrm>
              <a:off x="6010925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부제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1C95A0C-B8DA-4295-A55B-534121C50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1158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A652E1D2-8354-4956-956A-CC497D89C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97949"/>
              </p:ext>
            </p:extLst>
          </p:nvPr>
        </p:nvGraphicFramePr>
        <p:xfrm>
          <a:off x="334963" y="1095485"/>
          <a:ext cx="11543746" cy="5436244"/>
        </p:xfrm>
        <a:graphic>
          <a:graphicData uri="http://schemas.openxmlformats.org/drawingml/2006/table">
            <a:tbl>
              <a:tblPr/>
              <a:tblGrid>
                <a:gridCol w="652535">
                  <a:extLst>
                    <a:ext uri="{9D8B030D-6E8A-4147-A177-3AD203B41FA5}">
                      <a16:colId xmlns:a16="http://schemas.microsoft.com/office/drawing/2014/main" val="1355936648"/>
                    </a:ext>
                  </a:extLst>
                </a:gridCol>
                <a:gridCol w="1013885">
                  <a:extLst>
                    <a:ext uri="{9D8B030D-6E8A-4147-A177-3AD203B41FA5}">
                      <a16:colId xmlns:a16="http://schemas.microsoft.com/office/drawing/2014/main" val="2016067231"/>
                    </a:ext>
                  </a:extLst>
                </a:gridCol>
                <a:gridCol w="4592303">
                  <a:extLst>
                    <a:ext uri="{9D8B030D-6E8A-4147-A177-3AD203B41FA5}">
                      <a16:colId xmlns:a16="http://schemas.microsoft.com/office/drawing/2014/main" val="3426658116"/>
                    </a:ext>
                  </a:extLst>
                </a:gridCol>
                <a:gridCol w="692720">
                  <a:extLst>
                    <a:ext uri="{9D8B030D-6E8A-4147-A177-3AD203B41FA5}">
                      <a16:colId xmlns:a16="http://schemas.microsoft.com/office/drawing/2014/main" val="2829274168"/>
                    </a:ext>
                  </a:extLst>
                </a:gridCol>
                <a:gridCol w="4592303">
                  <a:extLst>
                    <a:ext uri="{9D8B030D-6E8A-4147-A177-3AD203B41FA5}">
                      <a16:colId xmlns:a16="http://schemas.microsoft.com/office/drawing/2014/main" val="1146011155"/>
                    </a:ext>
                  </a:extLst>
                </a:gridCol>
              </a:tblGrid>
              <a:tr h="26927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주요 업무 항목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r>
                        <a:rPr lang="ko-KR" altLang="en-US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실적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진행사항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r>
                        <a:rPr lang="ko-KR" altLang="en-US" sz="1000" b="1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계획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952718"/>
                  </a:ext>
                </a:extLst>
              </a:tr>
              <a:tr h="1291743">
                <a:tc rowSpan="2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228600" indent="-228600" algn="l" fontAlgn="ctr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228600" indent="-228600" algn="l" fontAlgn="ctr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Finished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On-time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Behind</a:t>
                      </a: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557466"/>
                  </a:ext>
                </a:extLst>
              </a:tr>
              <a:tr h="1291743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kern="120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25457"/>
                  </a:ext>
                </a:extLst>
              </a:tr>
              <a:tr h="1291743">
                <a:tc rowSpan="2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107846"/>
                  </a:ext>
                </a:extLst>
              </a:tr>
              <a:tr h="1291743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000" b="1" i="0" u="none" strike="noStrike" baseline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666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0000FF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5666" marT="5666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364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4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79FEC65-4CB2-433D-9B44-1B69C61A6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957038"/>
              </p:ext>
            </p:extLst>
          </p:nvPr>
        </p:nvGraphicFramePr>
        <p:xfrm>
          <a:off x="334963" y="1075699"/>
          <a:ext cx="11522074" cy="5456030"/>
        </p:xfrm>
        <a:graphic>
          <a:graphicData uri="http://schemas.openxmlformats.org/drawingml/2006/table">
            <a:tbl>
              <a:tblPr/>
              <a:tblGrid>
                <a:gridCol w="251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765">
                  <a:extLst>
                    <a:ext uri="{9D8B030D-6E8A-4147-A177-3AD203B41FA5}">
                      <a16:colId xmlns:a16="http://schemas.microsoft.com/office/drawing/2014/main" val="4011272341"/>
                    </a:ext>
                  </a:extLst>
                </a:gridCol>
                <a:gridCol w="695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5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0595">
                  <a:extLst>
                    <a:ext uri="{9D8B030D-6E8A-4147-A177-3AD203B41FA5}">
                      <a16:colId xmlns:a16="http://schemas.microsoft.com/office/drawing/2014/main" val="3276790002"/>
                    </a:ext>
                  </a:extLst>
                </a:gridCol>
                <a:gridCol w="486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8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항목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연간 목표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당월 목표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당월 실적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</a:t>
                      </a:r>
                      <a:endParaRPr kumimoji="0" lang="ko-KR" altLang="en-US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실행 사항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0" lang="ko-KR" altLang="en-US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3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ko-KR" altLang="en-US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Finished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On-time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Behind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  <a:endParaRPr kumimoji="0" lang="en-US" altLang="ko-KR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0" lang="en-US" altLang="ko-KR" sz="1000" b="1" u="none" strike="noStrike" kern="1200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620518"/>
                  </a:ext>
                </a:extLst>
              </a:tr>
              <a:tr h="11483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endParaRPr kumimoji="0" lang="en-US" altLang="ko-KR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0" lang="en-US" altLang="ko-KR" sz="1000" b="0" u="none" strike="noStrike" kern="1200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412731"/>
                  </a:ext>
                </a:extLst>
              </a:tr>
              <a:tr h="114832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Finished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On-time</a:t>
                      </a:r>
                      <a:b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dirty="0">
                          <a:ln>
                            <a:solidFill>
                              <a:srgbClr val="0000FF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Behind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</a:t>
                      </a:r>
                      <a:endParaRPr kumimoji="0" lang="en-US" altLang="ko-KR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0" lang="en-US" altLang="ko-KR" sz="1000" b="0" u="none" strike="noStrike" kern="1200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564131"/>
                  </a:ext>
                </a:extLst>
              </a:tr>
              <a:tr h="16868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</a:t>
                      </a:r>
                      <a:endParaRPr kumimoji="0" lang="en-US" altLang="ko-KR" sz="1000" b="1" i="0" u="none" strike="noStrike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kumimoji="0" lang="en-US" altLang="ko-KR" sz="1000" b="0" u="none" strike="noStrike" kern="1200" cap="none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6284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OOOO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실적 보고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2939907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실적 및 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계획</a:t>
            </a:r>
            <a:endParaRPr lang="en-US" altLang="ko-KR" sz="2500" b="1" spc="-15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407731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CB5137-970D-4358-952E-15F92E780EE5}"/>
              </a:ext>
            </a:extLst>
          </p:cNvPr>
          <p:cNvSpPr txBox="1"/>
          <p:nvPr/>
        </p:nvSpPr>
        <p:spPr>
          <a:xfrm>
            <a:off x="5597691" y="-321495"/>
            <a:ext cx="1130438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보고 자료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566A24C-4ECE-4E5F-B088-3D8D518C96AF}"/>
              </a:ext>
            </a:extLst>
          </p:cNvPr>
          <p:cNvGrpSpPr/>
          <p:nvPr/>
        </p:nvGrpSpPr>
        <p:grpSpPr>
          <a:xfrm>
            <a:off x="1600200" y="195448"/>
            <a:ext cx="3725341" cy="246221"/>
            <a:chOff x="1400175" y="195448"/>
            <a:chExt cx="3725341" cy="24622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432FEB6-B2D4-4378-B86C-7E70550FDD67}"/>
                </a:ext>
              </a:extLst>
            </p:cNvPr>
            <p:cNvSpPr txBox="1"/>
            <p:nvPr/>
          </p:nvSpPr>
          <p:spPr>
            <a:xfrm>
              <a:off x="2135036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F42CC29-ECB6-4763-98BB-53AFAF6BF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5C20802-2672-430F-964D-63CE8740B9F1}"/>
              </a:ext>
            </a:extLst>
          </p:cNvPr>
          <p:cNvGrpSpPr/>
          <p:nvPr/>
        </p:nvGrpSpPr>
        <p:grpSpPr>
          <a:xfrm>
            <a:off x="923925" y="378231"/>
            <a:ext cx="4901666" cy="246221"/>
            <a:chOff x="800100" y="378231"/>
            <a:chExt cx="4901666" cy="2462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0D7324-FB83-4CE1-9387-CA1A42484BDE}"/>
                </a:ext>
              </a:extLst>
            </p:cNvPr>
            <p:cNvSpPr txBox="1"/>
            <p:nvPr/>
          </p:nvSpPr>
          <p:spPr>
            <a:xfrm>
              <a:off x="2244784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F3F75CD-03F3-4B07-9F6A-84B76F450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100" y="482292"/>
              <a:ext cx="2402459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10477A-F407-4159-9166-C91D4223013E}"/>
              </a:ext>
            </a:extLst>
          </p:cNvPr>
          <p:cNvGrpSpPr/>
          <p:nvPr/>
        </p:nvGrpSpPr>
        <p:grpSpPr>
          <a:xfrm>
            <a:off x="3398483" y="681220"/>
            <a:ext cx="2599688" cy="276999"/>
            <a:chOff x="3150833" y="681220"/>
            <a:chExt cx="2599688" cy="27699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2DCDC43-AF37-46A9-8C35-09D87231AB62}"/>
                </a:ext>
              </a:extLst>
            </p:cNvPr>
            <p:cNvSpPr txBox="1"/>
            <p:nvPr/>
          </p:nvSpPr>
          <p:spPr>
            <a:xfrm>
              <a:off x="3258200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1C95A0C-B8DA-4295-A55B-534121C50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0833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519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OOOO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월 실적 보고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3566682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목표 대비 실적 현황</a:t>
            </a: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_OO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endParaRPr lang="en-US" altLang="ko-KR" sz="2500" b="1" spc="-15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407731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CB5137-970D-4358-952E-15F92E780EE5}"/>
              </a:ext>
            </a:extLst>
          </p:cNvPr>
          <p:cNvSpPr txBox="1"/>
          <p:nvPr/>
        </p:nvSpPr>
        <p:spPr>
          <a:xfrm>
            <a:off x="5597691" y="-321495"/>
            <a:ext cx="1130438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실적 보고 자료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566A24C-4ECE-4E5F-B088-3D8D518C96AF}"/>
              </a:ext>
            </a:extLst>
          </p:cNvPr>
          <p:cNvGrpSpPr/>
          <p:nvPr/>
        </p:nvGrpSpPr>
        <p:grpSpPr>
          <a:xfrm>
            <a:off x="1457325" y="195448"/>
            <a:ext cx="3725341" cy="246221"/>
            <a:chOff x="1400175" y="195448"/>
            <a:chExt cx="3725341" cy="24622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432FEB6-B2D4-4378-B86C-7E70550FDD67}"/>
                </a:ext>
              </a:extLst>
            </p:cNvPr>
            <p:cNvSpPr txBox="1"/>
            <p:nvPr/>
          </p:nvSpPr>
          <p:spPr>
            <a:xfrm>
              <a:off x="2135036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BF42CC29-ECB6-4763-98BB-53AFAF6BF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5C20802-2672-430F-964D-63CE8740B9F1}"/>
              </a:ext>
            </a:extLst>
          </p:cNvPr>
          <p:cNvGrpSpPr/>
          <p:nvPr/>
        </p:nvGrpSpPr>
        <p:grpSpPr>
          <a:xfrm>
            <a:off x="857250" y="378231"/>
            <a:ext cx="4882616" cy="246221"/>
            <a:chOff x="800100" y="378231"/>
            <a:chExt cx="4882616" cy="24622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E0D7324-FB83-4CE1-9387-CA1A42484BDE}"/>
                </a:ext>
              </a:extLst>
            </p:cNvPr>
            <p:cNvSpPr txBox="1"/>
            <p:nvPr/>
          </p:nvSpPr>
          <p:spPr>
            <a:xfrm>
              <a:off x="2225734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F3F75CD-03F3-4B07-9F6A-84B76F450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100" y="482292"/>
              <a:ext cx="2402459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BD551AF4-663D-490D-BA6F-B256423DD66C}"/>
              </a:ext>
            </a:extLst>
          </p:cNvPr>
          <p:cNvGrpSpPr/>
          <p:nvPr/>
        </p:nvGrpSpPr>
        <p:grpSpPr>
          <a:xfrm>
            <a:off x="4093808" y="681220"/>
            <a:ext cx="2875913" cy="276999"/>
            <a:chOff x="5751158" y="681220"/>
            <a:chExt cx="2875913" cy="27699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2DCDC43-AF37-46A9-8C35-09D87231AB62}"/>
                </a:ext>
              </a:extLst>
            </p:cNvPr>
            <p:cNvSpPr txBox="1"/>
            <p:nvPr/>
          </p:nvSpPr>
          <p:spPr>
            <a:xfrm>
              <a:off x="6134750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부제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1C95A0C-B8DA-4295-A55B-534121C509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51158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B08AF15A-5CD2-418A-9B34-85436568E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217426"/>
              </p:ext>
            </p:extLst>
          </p:nvPr>
        </p:nvGraphicFramePr>
        <p:xfrm>
          <a:off x="334963" y="1077710"/>
          <a:ext cx="11522080" cy="5454026"/>
        </p:xfrm>
        <a:graphic>
          <a:graphicData uri="http://schemas.openxmlformats.org/drawingml/2006/table">
            <a:tbl>
              <a:tblPr/>
              <a:tblGrid>
                <a:gridCol w="1751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858">
                  <a:extLst>
                    <a:ext uri="{9D8B030D-6E8A-4147-A177-3AD203B41FA5}">
                      <a16:colId xmlns:a16="http://schemas.microsoft.com/office/drawing/2014/main" val="510795328"/>
                    </a:ext>
                  </a:extLst>
                </a:gridCol>
                <a:gridCol w="394467">
                  <a:extLst>
                    <a:ext uri="{9D8B030D-6E8A-4147-A177-3AD203B41FA5}">
                      <a16:colId xmlns:a16="http://schemas.microsoft.com/office/drawing/2014/main" val="2902462444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3318504072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440339103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1283006981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378892565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680229992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2838642268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3571805557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4113652604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3674848356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1961875791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772449888"/>
                    </a:ext>
                  </a:extLst>
                </a:gridCol>
                <a:gridCol w="719650">
                  <a:extLst>
                    <a:ext uri="{9D8B030D-6E8A-4147-A177-3AD203B41FA5}">
                      <a16:colId xmlns:a16="http://schemas.microsoft.com/office/drawing/2014/main" val="2147705141"/>
                    </a:ext>
                  </a:extLst>
                </a:gridCol>
              </a:tblGrid>
              <a:tr h="2030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 항목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연간 목표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1" i="0" u="none" strike="noStrike" kern="1200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20000"/>
                        </a:lnSpc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549056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932389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20000"/>
                        </a:lnSpc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en-US" altLang="ko-KR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271832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54649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66249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09515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1" marR="7201" marT="18000" marB="18000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1" marR="7201" marT="18000" marB="18000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201" marR="7201" marT="18000" marB="18000" anchor="ctr" horzOverflow="overflow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900965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algn="ctr" rtl="0" fontAlgn="ctr"/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628608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93390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209022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56008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2000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" marR="3600" marT="3600" marB="36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0" lang="en-US" altLang="ko-KR" sz="1000" b="1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7285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722452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728871"/>
                  </a:ext>
                </a:extLst>
              </a:tr>
              <a:tr h="328186">
                <a:tc rowSpan="2">
                  <a:txBody>
                    <a:bodyPr/>
                    <a:lstStyle/>
                    <a:p>
                      <a:pPr algn="ctr" rtl="0" fontAlgn="ctr"/>
                      <a:endParaRPr lang="ko-KR" altLang="en-US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b="0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목표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1200" cap="none" spc="0" normalizeH="0" baseline="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745781"/>
                  </a:ext>
                </a:extLst>
              </a:tr>
              <a:tr h="3281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실적</a:t>
                      </a:r>
                      <a:endParaRPr lang="en-US" altLang="ko-KR" sz="1000" kern="120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endParaRPr lang="en-US" altLang="ko-KR" sz="1000" b="1" i="0" u="none" strike="noStrike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7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6105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">
            <a:extLst>
              <a:ext uri="{FF2B5EF4-FFF2-40B4-BE49-F238E27FC236}">
                <a16:creationId xmlns:a16="http://schemas.microsoft.com/office/drawing/2014/main" id="{99532C48-6709-499C-9583-D3C43FB26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0241" y="2835829"/>
            <a:ext cx="4170095" cy="288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>
            <a:extLst>
              <a:ext uri="{FF2B5EF4-FFF2-40B4-BE49-F238E27FC236}">
                <a16:creationId xmlns:a16="http://schemas.microsoft.com/office/drawing/2014/main" id="{173E7598-D0E2-4560-976D-79BD6391D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83743" y="2901439"/>
            <a:ext cx="4170095" cy="2783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baseline="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기술 자료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6EE43-5A0F-49EA-B450-06195B8B7E15}"/>
              </a:ext>
            </a:extLst>
          </p:cNvPr>
          <p:cNvSpPr txBox="1"/>
          <p:nvPr/>
        </p:nvSpPr>
        <p:spPr>
          <a:xfrm>
            <a:off x="334962" y="1049978"/>
            <a:ext cx="1670650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1500" spc="-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Delta Slurry viscosity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3280065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1. DSC Evaluation Result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963973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AF053E4-622F-4AED-B46A-82F381253AF1}"/>
              </a:ext>
            </a:extLst>
          </p:cNvPr>
          <p:cNvGrpSpPr/>
          <p:nvPr/>
        </p:nvGrpSpPr>
        <p:grpSpPr>
          <a:xfrm>
            <a:off x="334963" y="1583808"/>
            <a:ext cx="5384923" cy="184666"/>
            <a:chOff x="7099028" y="1983859"/>
            <a:chExt cx="5384923" cy="18466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C301BB3-F8DA-40F1-8553-0A906A8C5EFE}"/>
                </a:ext>
              </a:extLst>
            </p:cNvPr>
            <p:cNvSpPr txBox="1"/>
            <p:nvPr/>
          </p:nvSpPr>
          <p:spPr>
            <a:xfrm>
              <a:off x="7255340" y="1983859"/>
              <a:ext cx="5228611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ja-JP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測定方法：</a:t>
              </a:r>
              <a:r>
                <a:rPr lang="en-US" altLang="ja-JP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Slurry</a:t>
              </a:r>
              <a:r>
                <a:rPr lang="ja-JP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を常温で</a:t>
              </a:r>
              <a:r>
                <a:rPr lang="en-US" altLang="ja-JP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Stirring</a:t>
              </a:r>
              <a:r>
                <a:rPr lang="ja-JP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しながら</a:t>
              </a:r>
              <a:r>
                <a:rPr lang="en-US" altLang="ja-JP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Viscosity</a:t>
              </a:r>
              <a:r>
                <a:rPr lang="ja-JP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数値デイリー測定 </a:t>
              </a:r>
              <a:r>
                <a:rPr lang="en-US" altLang="ja-JP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- 7</a:t>
              </a:r>
              <a:r>
                <a:rPr lang="ja-JP" altLang="en-US" sz="1200" b="1" spc="-50" dirty="0">
                  <a:ln>
                    <a:solidFill>
                      <a:srgbClr val="F96A06">
                        <a:alpha val="15000"/>
                      </a:srgbClr>
                    </a:solidFill>
                  </a:ln>
                  <a:solidFill>
                    <a:schemeClr val="accent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日放置</a:t>
              </a:r>
              <a:endParaRPr lang="en-US" altLang="ko-KR" sz="1200" b="1" spc="-5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8BD329AF-8AD1-4FBF-A8E9-4584176ACD4F}"/>
                </a:ext>
              </a:extLst>
            </p:cNvPr>
            <p:cNvGrpSpPr/>
            <p:nvPr/>
          </p:nvGrpSpPr>
          <p:grpSpPr>
            <a:xfrm>
              <a:off x="7099028" y="2018130"/>
              <a:ext cx="109016" cy="120887"/>
              <a:chOff x="8404053" y="1802104"/>
              <a:chExt cx="330439" cy="366422"/>
            </a:xfrm>
          </p:grpSpPr>
          <p:sp>
            <p:nvSpPr>
              <p:cNvPr id="11" name="화살표: 갈매기형 수장 10">
                <a:extLst>
                  <a:ext uri="{FF2B5EF4-FFF2-40B4-BE49-F238E27FC236}">
                    <a16:creationId xmlns:a16="http://schemas.microsoft.com/office/drawing/2014/main" id="{68750BAE-9314-41A8-96AE-2B2EBDA2EEC6}"/>
                  </a:ext>
                </a:extLst>
              </p:cNvPr>
              <p:cNvSpPr/>
              <p:nvPr/>
            </p:nvSpPr>
            <p:spPr>
              <a:xfrm>
                <a:off x="8523310" y="1802104"/>
                <a:ext cx="211182" cy="366422"/>
              </a:xfrm>
              <a:prstGeom prst="chevron">
                <a:avLst>
                  <a:gd name="adj" fmla="val 60489"/>
                </a:avLst>
              </a:prstGeom>
              <a:solidFill>
                <a:srgbClr val="FA833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00" b="1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" name="화살표: 갈매기형 수장 11">
                <a:extLst>
                  <a:ext uri="{FF2B5EF4-FFF2-40B4-BE49-F238E27FC236}">
                    <a16:creationId xmlns:a16="http://schemas.microsoft.com/office/drawing/2014/main" id="{4C1BD026-49FC-45A7-A8B9-EE2AA9E78CBC}"/>
                  </a:ext>
                </a:extLst>
              </p:cNvPr>
              <p:cNvSpPr/>
              <p:nvPr/>
            </p:nvSpPr>
            <p:spPr>
              <a:xfrm>
                <a:off x="8404053" y="1802104"/>
                <a:ext cx="211182" cy="366422"/>
              </a:xfrm>
              <a:prstGeom prst="chevron">
                <a:avLst>
                  <a:gd name="adj" fmla="val 60489"/>
                </a:avLst>
              </a:prstGeom>
              <a:solidFill>
                <a:srgbClr val="F96A0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1000" b="1" dirty="0">
                  <a:ln>
                    <a:solidFill>
                      <a:schemeClr val="bg1">
                        <a:alpha val="1500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014B2F4-C722-4923-8D9C-6A3C5C6D61F3}"/>
              </a:ext>
            </a:extLst>
          </p:cNvPr>
          <p:cNvSpPr txBox="1"/>
          <p:nvPr/>
        </p:nvSpPr>
        <p:spPr>
          <a:xfrm>
            <a:off x="2590985" y="1052772"/>
            <a:ext cx="2990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 message: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15pt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4ABDC96-0E0E-4044-A812-FB1201781CB8}"/>
              </a:ext>
            </a:extLst>
          </p:cNvPr>
          <p:cNvCxnSpPr>
            <a:cxnSpLocks/>
          </p:cNvCxnSpPr>
          <p:nvPr/>
        </p:nvCxnSpPr>
        <p:spPr>
          <a:xfrm flipH="1">
            <a:off x="2285621" y="1191271"/>
            <a:ext cx="765834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2AB781A-AB9C-4659-86C3-3255CFD45E73}"/>
              </a:ext>
            </a:extLst>
          </p:cNvPr>
          <p:cNvSpPr txBox="1"/>
          <p:nvPr/>
        </p:nvSpPr>
        <p:spPr>
          <a:xfrm>
            <a:off x="4591747" y="2464277"/>
            <a:ext cx="35101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본문 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10 or 12pt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D5753B-A55B-4185-81C3-A36AB1AC216B}"/>
              </a:ext>
            </a:extLst>
          </p:cNvPr>
          <p:cNvSpPr txBox="1"/>
          <p:nvPr/>
        </p:nvSpPr>
        <p:spPr>
          <a:xfrm>
            <a:off x="4067825" y="681220"/>
            <a:ext cx="249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부제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25pt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C701C3-7A3D-4194-814F-6725C03E9329}"/>
              </a:ext>
            </a:extLst>
          </p:cNvPr>
          <p:cNvSpPr txBox="1"/>
          <p:nvPr/>
        </p:nvSpPr>
        <p:spPr>
          <a:xfrm>
            <a:off x="6787889" y="1537642"/>
            <a:ext cx="39006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 타이틀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12pt / Bold</a:t>
            </a:r>
            <a:r>
              <a:rPr lang="ko-KR" altLang="en-US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 </a:t>
            </a:r>
            <a:r>
              <a:rPr lang="en-US" altLang="ko-KR" sz="12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Orange</a:t>
            </a:r>
            <a:endParaRPr lang="ko-KR" altLang="en-US" sz="12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C8BE6E44-694A-464F-9BF5-BD3D3249EC6B}"/>
              </a:ext>
            </a:extLst>
          </p:cNvPr>
          <p:cNvCxnSpPr>
            <a:cxnSpLocks/>
          </p:cNvCxnSpPr>
          <p:nvPr/>
        </p:nvCxnSpPr>
        <p:spPr>
          <a:xfrm flipH="1">
            <a:off x="5747945" y="1676141"/>
            <a:ext cx="1252930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C7213F9-E884-4A03-8025-DBD78C0C0E2D}"/>
              </a:ext>
            </a:extLst>
          </p:cNvPr>
          <p:cNvGrpSpPr/>
          <p:nvPr/>
        </p:nvGrpSpPr>
        <p:grpSpPr>
          <a:xfrm>
            <a:off x="10616498" y="1537642"/>
            <a:ext cx="1384656" cy="1242052"/>
            <a:chOff x="5067902" y="845402"/>
            <a:chExt cx="1676634" cy="1476581"/>
          </a:xfrm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ECC22CB4-7FCC-461D-BE99-CDE5A9720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67902" y="845402"/>
              <a:ext cx="1676634" cy="147658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136379-8679-477B-859F-E6D51CE23275}"/>
                </a:ext>
              </a:extLst>
            </p:cNvPr>
            <p:cNvSpPr txBox="1"/>
            <p:nvPr/>
          </p:nvSpPr>
          <p:spPr>
            <a:xfrm>
              <a:off x="5800020" y="908085"/>
              <a:ext cx="681688" cy="475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altLang="ko-KR" sz="2000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20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3F2A8F5-1450-408A-8680-DCD2EEB8C81E}"/>
              </a:ext>
            </a:extLst>
          </p:cNvPr>
          <p:cNvSpPr txBox="1"/>
          <p:nvPr/>
        </p:nvSpPr>
        <p:spPr>
          <a:xfrm>
            <a:off x="5527159" y="-321495"/>
            <a:ext cx="1271503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연구소 기술 자료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A01BD85-4D87-4AA0-9C49-1C8FBA273208}"/>
              </a:ext>
            </a:extLst>
          </p:cNvPr>
          <p:cNvGrpSpPr/>
          <p:nvPr/>
        </p:nvGrpSpPr>
        <p:grpSpPr>
          <a:xfrm>
            <a:off x="979828" y="195448"/>
            <a:ext cx="4183788" cy="246221"/>
            <a:chOff x="979828" y="195448"/>
            <a:chExt cx="4183788" cy="24622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4020340-C176-40CF-9483-1E1A77A6F5AE}"/>
                </a:ext>
              </a:extLst>
            </p:cNvPr>
            <p:cNvSpPr txBox="1"/>
            <p:nvPr/>
          </p:nvSpPr>
          <p:spPr>
            <a:xfrm>
              <a:off x="2173136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C3DA0D5A-186D-4B7E-B7DA-EE0773DCC9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28" y="326268"/>
              <a:ext cx="2222730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2311140-6596-4AA9-A950-8C16F43CC804}"/>
              </a:ext>
            </a:extLst>
          </p:cNvPr>
          <p:cNvGrpSpPr/>
          <p:nvPr/>
        </p:nvGrpSpPr>
        <p:grpSpPr>
          <a:xfrm>
            <a:off x="1628775" y="378231"/>
            <a:ext cx="4053941" cy="246221"/>
            <a:chOff x="1628775" y="378231"/>
            <a:chExt cx="4053941" cy="246221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CF14BD-57B6-4D27-B5C3-82F78E6F4FE6}"/>
                </a:ext>
              </a:extLst>
            </p:cNvPr>
            <p:cNvSpPr txBox="1"/>
            <p:nvPr/>
          </p:nvSpPr>
          <p:spPr>
            <a:xfrm>
              <a:off x="2225734" y="378231"/>
              <a:ext cx="3456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목차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9pt / Orange</a:t>
              </a: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D65E32F5-0D4B-43F9-81CC-702DB93B19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28775" y="482292"/>
              <a:ext cx="15737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B386D45-32C2-42A7-B06A-4F5225C203E4}"/>
              </a:ext>
            </a:extLst>
          </p:cNvPr>
          <p:cNvCxnSpPr>
            <a:cxnSpLocks/>
          </p:cNvCxnSpPr>
          <p:nvPr/>
        </p:nvCxnSpPr>
        <p:spPr>
          <a:xfrm flipH="1">
            <a:off x="3712808" y="819720"/>
            <a:ext cx="341124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47DF839-5EBF-4992-B131-67237F9AA571}"/>
              </a:ext>
            </a:extLst>
          </p:cNvPr>
          <p:cNvSpPr txBox="1"/>
          <p:nvPr/>
        </p:nvSpPr>
        <p:spPr>
          <a:xfrm>
            <a:off x="2744010" y="2510443"/>
            <a:ext cx="98103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1200" b="1" u="sng" spc="-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Delta Viscosity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FDE0C7-FC6E-464D-A41F-7CE4A3CC8045}"/>
              </a:ext>
            </a:extLst>
          </p:cNvPr>
          <p:cNvSpPr txBox="1"/>
          <p:nvPr/>
        </p:nvSpPr>
        <p:spPr>
          <a:xfrm>
            <a:off x="8342518" y="2510443"/>
            <a:ext cx="72135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>
              <a:defRPr/>
            </a:pPr>
            <a:r>
              <a:rPr lang="en-US" altLang="ko-KR" sz="1200" b="1" u="sng" spc="-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Delta ex-Li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3E35A16F-56DE-453D-AF3D-133477FC7EE8}"/>
              </a:ext>
            </a:extLst>
          </p:cNvPr>
          <p:cNvCxnSpPr>
            <a:cxnSpLocks/>
          </p:cNvCxnSpPr>
          <p:nvPr/>
        </p:nvCxnSpPr>
        <p:spPr>
          <a:xfrm flipH="1">
            <a:off x="3972576" y="2602776"/>
            <a:ext cx="513699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55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투자심의서</a:t>
            </a:r>
            <a:endParaRPr lang="ko-KR" altLang="en-US" sz="700" baseline="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627360"/>
            <a:ext cx="1205458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투자심의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CFEFA1-E529-41B5-9019-AE920335138C}"/>
              </a:ext>
            </a:extLst>
          </p:cNvPr>
          <p:cNvSpPr txBox="1"/>
          <p:nvPr/>
        </p:nvSpPr>
        <p:spPr>
          <a:xfrm>
            <a:off x="299254" y="405457"/>
            <a:ext cx="963973" cy="138499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소목차 </a:t>
            </a:r>
            <a:r>
              <a:rPr lang="en-US" altLang="ko-KR" sz="900" dirty="0">
                <a:ln>
                  <a:solidFill>
                    <a:srgbClr val="F96A06">
                      <a:alpha val="15000"/>
                    </a:srgbClr>
                  </a:solidFill>
                </a:ln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900" b="0" i="0" u="none" strike="noStrike" kern="1200" cap="none" spc="0" normalizeH="0" baseline="0" noProof="0" dirty="0">
              <a:ln>
                <a:solidFill>
                  <a:schemeClr val="bg1">
                    <a:lumMod val="75000"/>
                    <a:alpha val="15000"/>
                  </a:schemeClr>
                </a:solidFill>
              </a:ln>
              <a:solidFill>
                <a:schemeClr val="accent2"/>
              </a:solidFill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9EDEE9-03D7-469A-B4E7-A941F5F3A891}"/>
              </a:ext>
            </a:extLst>
          </p:cNvPr>
          <p:cNvGrpSpPr/>
          <p:nvPr/>
        </p:nvGrpSpPr>
        <p:grpSpPr>
          <a:xfrm>
            <a:off x="1685598" y="681220"/>
            <a:ext cx="2899969" cy="276999"/>
            <a:chOff x="10252114" y="681220"/>
            <a:chExt cx="2899969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D5753B-A55B-4185-81C3-A36AB1AC216B}"/>
                </a:ext>
              </a:extLst>
            </p:cNvPr>
            <p:cNvSpPr txBox="1"/>
            <p:nvPr/>
          </p:nvSpPr>
          <p:spPr>
            <a:xfrm>
              <a:off x="10659762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부제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D75C72F-C531-4834-BDFD-E2669BDB95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52114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55F288-6DE0-4AE1-BE5C-0C2CE5E31090}"/>
              </a:ext>
            </a:extLst>
          </p:cNvPr>
          <p:cNvSpPr txBox="1"/>
          <p:nvPr/>
        </p:nvSpPr>
        <p:spPr>
          <a:xfrm>
            <a:off x="5717917" y="-321495"/>
            <a:ext cx="889988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투자심의서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CE2D73-E3E5-4F32-AE00-465302D78DE7}"/>
              </a:ext>
            </a:extLst>
          </p:cNvPr>
          <p:cNvGrpSpPr/>
          <p:nvPr/>
        </p:nvGrpSpPr>
        <p:grpSpPr>
          <a:xfrm>
            <a:off x="1055512" y="195448"/>
            <a:ext cx="3734866" cy="246221"/>
            <a:chOff x="1400175" y="195448"/>
            <a:chExt cx="3734866" cy="246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7B08CA-A983-4F1D-9C9F-48B638D732E9}"/>
                </a:ext>
              </a:extLst>
            </p:cNvPr>
            <p:cNvSpPr txBox="1"/>
            <p:nvPr/>
          </p:nvSpPr>
          <p:spPr>
            <a:xfrm>
              <a:off x="2144561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9BFD36A-7FD9-4310-A248-E02DBFA3AA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E3F49AD-8B5E-44FD-8AB6-EF2403C80D84}"/>
              </a:ext>
            </a:extLst>
          </p:cNvPr>
          <p:cNvSpPr txBox="1"/>
          <p:nvPr/>
        </p:nvSpPr>
        <p:spPr>
          <a:xfrm>
            <a:off x="1879142" y="380196"/>
            <a:ext cx="3456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목차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맑은 고딕 </a:t>
            </a:r>
            <a:r>
              <a:rPr lang="en-US" altLang="ko-KR" sz="10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9pt / Orange</a:t>
            </a: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4BA8523-E9E1-47DF-B803-5012A8FE5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30178"/>
              </p:ext>
            </p:extLst>
          </p:nvPr>
        </p:nvGraphicFramePr>
        <p:xfrm>
          <a:off x="334962" y="1080529"/>
          <a:ext cx="5581037" cy="5451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207">
                  <a:extLst>
                    <a:ext uri="{9D8B030D-6E8A-4147-A177-3AD203B41FA5}">
                      <a16:colId xmlns:a16="http://schemas.microsoft.com/office/drawing/2014/main" val="3396663375"/>
                    </a:ext>
                  </a:extLst>
                </a:gridCol>
                <a:gridCol w="4464830">
                  <a:extLst>
                    <a:ext uri="{9D8B030D-6E8A-4147-A177-3AD203B41FA5}">
                      <a16:colId xmlns:a16="http://schemas.microsoft.com/office/drawing/2014/main" val="2333041750"/>
                    </a:ext>
                  </a:extLst>
                </a:gridCol>
              </a:tblGrid>
              <a:tr h="2869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   목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     용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768606"/>
                  </a:ext>
                </a:extLst>
              </a:tr>
              <a:tr h="2869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투자명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 </a:t>
                      </a:r>
                      <a:r>
                        <a:rPr lang="ko-KR" altLang="en-US" sz="8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투자위치 표시</a:t>
                      </a:r>
                      <a:r>
                        <a:rPr lang="en-US" altLang="ko-KR" sz="8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(D3,4line)</a:t>
                      </a:r>
                      <a:endParaRPr lang="ko-KR" altLang="en-US" sz="800" b="1" i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18923"/>
                  </a:ext>
                </a:extLst>
              </a:tr>
              <a:tr h="2869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투자액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유지보수비용 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:    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백만원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(yr)</a:t>
                      </a:r>
                      <a:endParaRPr lang="ko-KR" altLang="en-US" sz="800" b="1" i="0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962086"/>
                  </a:ext>
                </a:extLst>
              </a:tr>
              <a:tr h="28699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투자완료시기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발의시점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완료시점 모두 표기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630617"/>
                  </a:ext>
                </a:extLst>
              </a:tr>
              <a:tr h="28537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투자회수기간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 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산출 내역 작성</a:t>
                      </a:r>
                      <a:endParaRPr lang="en-US" altLang="ko-KR" sz="8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Wingdings" panose="05000000000000000000" pitchFamily="2" charset="2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863515"/>
                  </a:ext>
                </a:extLst>
              </a:tr>
              <a:tr h="28699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성격</a:t>
                      </a:r>
                      <a:endParaRPr lang="en-US" altLang="ko-KR" sz="1000" b="1" i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 </a:t>
                      </a:r>
                      <a:r>
                        <a:rPr lang="en-US" altLang="ko-KR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유지보수</a:t>
                      </a:r>
                      <a:r>
                        <a:rPr lang="en-US" altLang="ko-KR" sz="10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</a:t>
                      </a:r>
                      <a:r>
                        <a:rPr lang="en-US" altLang="ko-KR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추가구매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54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목적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*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법규제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환경개선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안전환경개선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고객요구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품질개선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원가개선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유지보수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증설투자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연구개발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기타 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투자목적 상세히 기재할 것</a:t>
                      </a:r>
                      <a:r>
                        <a:rPr lang="en-US" altLang="ko-KR" sz="800" b="1" i="0" kern="12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en-US" altLang="ko-KR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255263"/>
                  </a:ext>
                </a:extLst>
              </a:tr>
              <a:tr h="18654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내용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002115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2C44F9A-C59F-47FB-8BD7-C78E81353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89881"/>
              </p:ext>
            </p:extLst>
          </p:nvPr>
        </p:nvGraphicFramePr>
        <p:xfrm>
          <a:off x="6104965" y="1080528"/>
          <a:ext cx="5752073" cy="5451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415">
                  <a:extLst>
                    <a:ext uri="{9D8B030D-6E8A-4147-A177-3AD203B41FA5}">
                      <a16:colId xmlns:a16="http://schemas.microsoft.com/office/drawing/2014/main" val="3396663375"/>
                    </a:ext>
                  </a:extLst>
                </a:gridCol>
                <a:gridCol w="3451243">
                  <a:extLst>
                    <a:ext uri="{9D8B030D-6E8A-4147-A177-3AD203B41FA5}">
                      <a16:colId xmlns:a16="http://schemas.microsoft.com/office/drawing/2014/main" val="2333041750"/>
                    </a:ext>
                  </a:extLst>
                </a:gridCol>
                <a:gridCol w="1150415">
                  <a:extLst>
                    <a:ext uri="{9D8B030D-6E8A-4147-A177-3AD203B41FA5}">
                      <a16:colId xmlns:a16="http://schemas.microsoft.com/office/drawing/2014/main" val="1599807311"/>
                    </a:ext>
                  </a:extLst>
                </a:gridCol>
              </a:tblGrid>
              <a:tr h="3071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   목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     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768606"/>
                  </a:ext>
                </a:extLst>
              </a:tr>
              <a:tr h="21113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효과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  <a:endParaRPr lang="en-US" altLang="ko-KR" sz="10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18923"/>
                  </a:ext>
                </a:extLst>
              </a:tr>
              <a:tr h="14971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</a:t>
                      </a:r>
                      <a:r>
                        <a:rPr lang="ko-KR" altLang="en-US" sz="10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</a:t>
                      </a:r>
                      <a:r>
                        <a:rPr lang="en-US" altLang="ko-KR" sz="10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Risk</a:t>
                      </a:r>
                      <a:r>
                        <a:rPr lang="en-US" altLang="ko-KR" sz="1000" b="1" i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Point/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Hedge </a:t>
                      </a:r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방안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 완료 후 </a:t>
                      </a: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Risk Point/Hedge 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방안 작성</a:t>
                      </a:r>
                      <a:endParaRPr lang="en-US" altLang="ko-KR" sz="10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756559"/>
                  </a:ext>
                </a:extLst>
              </a:tr>
              <a:tr h="383887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발의부서</a:t>
                      </a:r>
                      <a:endParaRPr lang="en-US" altLang="ko-KR" sz="1000" b="1" i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1" i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체크리스트</a:t>
                      </a:r>
                    </a:p>
                  </a:txBody>
                  <a:tcPr marL="45720" marR="4572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법률 요건을 맞추기 위한 투자인가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아니요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630617"/>
                  </a:ext>
                </a:extLst>
              </a:tr>
              <a:tr h="3838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연관 부서와 협의를 하였는가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아니요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989490"/>
                  </a:ext>
                </a:extLst>
              </a:tr>
              <a:tr h="3838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연관 부서가 있을 시</a:t>
                      </a:r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연관부서 작성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8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900"/>
                        </a:lnSpc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</a:t>
                      </a:r>
                      <a:r>
                        <a:rPr lang="en-US" altLang="ko-KR" sz="1000" b="1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Site</a:t>
                      </a:r>
                      <a:r>
                        <a:rPr lang="ko-KR" altLang="en-US" sz="1000" b="1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동일 설비 활용 유무를 체크했는가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아니요</a:t>
                      </a:r>
                      <a:endParaRPr lang="en-US" altLang="ko-KR"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198781"/>
                  </a:ext>
                </a:extLst>
              </a:tr>
            </a:tbl>
          </a:graphicData>
        </a:graphic>
      </p:graphicFrame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78C1DA1-6799-4B15-8A82-639751660E4C}"/>
              </a:ext>
            </a:extLst>
          </p:cNvPr>
          <p:cNvCxnSpPr>
            <a:cxnSpLocks/>
          </p:cNvCxnSpPr>
          <p:nvPr/>
        </p:nvCxnSpPr>
        <p:spPr>
          <a:xfrm flipH="1">
            <a:off x="1333505" y="479468"/>
            <a:ext cx="1524390" cy="0"/>
          </a:xfrm>
          <a:prstGeom prst="straightConnector1">
            <a:avLst/>
          </a:prstGeom>
          <a:ln w="3175">
            <a:solidFill>
              <a:srgbClr val="0000FF"/>
            </a:solidFill>
            <a:prstDash val="sysDot"/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95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42A51-74B5-4FF5-B805-799066274ED6}"/>
              </a:ext>
            </a:extLst>
          </p:cNvPr>
          <p:cNvSpPr txBox="1"/>
          <p:nvPr/>
        </p:nvSpPr>
        <p:spPr>
          <a:xfrm>
            <a:off x="334963" y="278657"/>
            <a:ext cx="144109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회의록</a:t>
            </a:r>
            <a:endParaRPr lang="ko-KR" altLang="en-US" sz="700" baseline="0" dirty="0">
              <a:ln>
                <a:solidFill>
                  <a:schemeClr val="tx1">
                    <a:alpha val="1500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D0BFF-7A00-4716-910F-D680571EF28E}"/>
              </a:ext>
            </a:extLst>
          </p:cNvPr>
          <p:cNvSpPr txBox="1"/>
          <p:nvPr/>
        </p:nvSpPr>
        <p:spPr>
          <a:xfrm>
            <a:off x="334963" y="489280"/>
            <a:ext cx="1455527" cy="3847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OO </a:t>
            </a:r>
            <a:r>
              <a:rPr lang="ko-KR" altLang="en-US" sz="2500" b="1" spc="-150" dirty="0">
                <a:ln>
                  <a:solidFill>
                    <a:schemeClr val="tx1">
                      <a:alpha val="15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회의록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99EDEE9-03D7-469A-B4E7-A941F5F3A891}"/>
              </a:ext>
            </a:extLst>
          </p:cNvPr>
          <p:cNvGrpSpPr/>
          <p:nvPr/>
        </p:nvGrpSpPr>
        <p:grpSpPr>
          <a:xfrm>
            <a:off x="1921217" y="543140"/>
            <a:ext cx="2842819" cy="276999"/>
            <a:chOff x="10252114" y="681220"/>
            <a:chExt cx="2842819" cy="27699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2D5753B-A55B-4185-81C3-A36AB1AC216B}"/>
                </a:ext>
              </a:extLst>
            </p:cNvPr>
            <p:cNvSpPr txBox="1"/>
            <p:nvPr/>
          </p:nvSpPr>
          <p:spPr>
            <a:xfrm>
              <a:off x="10602612" y="681220"/>
              <a:ext cx="24923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부제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25pt / Bold</a:t>
              </a:r>
              <a:r>
                <a:rPr lang="ko-KR" altLang="en-US" sz="12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0D75C72F-C531-4834-BDFD-E2669BDB95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52114" y="819720"/>
              <a:ext cx="341124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755F288-6DE0-4AE1-BE5C-0C2CE5E31090}"/>
              </a:ext>
            </a:extLst>
          </p:cNvPr>
          <p:cNvSpPr txBox="1"/>
          <p:nvPr/>
        </p:nvSpPr>
        <p:spPr>
          <a:xfrm>
            <a:off x="5858982" y="-321495"/>
            <a:ext cx="607860" cy="261610"/>
          </a:xfrm>
          <a:prstGeom prst="rect">
            <a:avLst/>
          </a:prstGeom>
          <a:solidFill>
            <a:srgbClr val="0000FF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회의록</a:t>
            </a:r>
            <a:endParaRPr lang="en-US" altLang="ko-KR" sz="1100" b="1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CE2D73-E3E5-4F32-AE00-465302D78DE7}"/>
              </a:ext>
            </a:extLst>
          </p:cNvPr>
          <p:cNvGrpSpPr/>
          <p:nvPr/>
        </p:nvGrpSpPr>
        <p:grpSpPr>
          <a:xfrm>
            <a:off x="750712" y="195448"/>
            <a:ext cx="3658666" cy="246221"/>
            <a:chOff x="1400175" y="195448"/>
            <a:chExt cx="3658666" cy="2462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7B08CA-A983-4F1D-9C9F-48B638D732E9}"/>
                </a:ext>
              </a:extLst>
            </p:cNvPr>
            <p:cNvSpPr txBox="1"/>
            <p:nvPr/>
          </p:nvSpPr>
          <p:spPr>
            <a:xfrm>
              <a:off x="2068361" y="195448"/>
              <a:ext cx="29904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표지 타이틀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맑은 고딕 </a:t>
              </a:r>
              <a:r>
                <a:rPr lang="en-US" altLang="ko-KR" sz="10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– 7pt</a:t>
              </a: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9BFD36A-7FD9-4310-A248-E02DBFA3AA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0175" y="326268"/>
              <a:ext cx="1802383" cy="0"/>
            </a:xfrm>
            <a:prstGeom prst="straightConnector1">
              <a:avLst/>
            </a:prstGeom>
            <a:ln w="3175">
              <a:solidFill>
                <a:srgbClr val="0000FF"/>
              </a:solidFill>
              <a:prstDash val="sysDot"/>
              <a:headEnd type="none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8" name="Group 32">
            <a:extLst>
              <a:ext uri="{FF2B5EF4-FFF2-40B4-BE49-F238E27FC236}">
                <a16:creationId xmlns:a16="http://schemas.microsoft.com/office/drawing/2014/main" id="{06873DA4-DA05-4EA7-86E3-1A7E62E4F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04790"/>
              </p:ext>
            </p:extLst>
          </p:nvPr>
        </p:nvGraphicFramePr>
        <p:xfrm>
          <a:off x="334964" y="1001156"/>
          <a:ext cx="11531373" cy="915937"/>
        </p:xfrm>
        <a:graphic>
          <a:graphicData uri="http://schemas.openxmlformats.org/drawingml/2006/table">
            <a:tbl>
              <a:tblPr/>
              <a:tblGrid>
                <a:gridCol w="10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3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회의제목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회의장소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회의 일시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2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참 석 자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AF71D88-7308-4A6B-AE13-BE93D92D3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932009"/>
              </p:ext>
            </p:extLst>
          </p:nvPr>
        </p:nvGraphicFramePr>
        <p:xfrm>
          <a:off x="334963" y="1913284"/>
          <a:ext cx="11522082" cy="461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2185">
                  <a:extLst>
                    <a:ext uri="{9D8B030D-6E8A-4147-A177-3AD203B41FA5}">
                      <a16:colId xmlns:a16="http://schemas.microsoft.com/office/drawing/2014/main" val="1410249205"/>
                    </a:ext>
                  </a:extLst>
                </a:gridCol>
                <a:gridCol w="8164597">
                  <a:extLst>
                    <a:ext uri="{9D8B030D-6E8A-4147-A177-3AD203B41FA5}">
                      <a16:colId xmlns:a16="http://schemas.microsoft.com/office/drawing/2014/main" val="524804956"/>
                    </a:ext>
                  </a:extLst>
                </a:gridCol>
                <a:gridCol w="2305300">
                  <a:extLst>
                    <a:ext uri="{9D8B030D-6E8A-4147-A177-3AD203B41FA5}">
                      <a16:colId xmlns:a16="http://schemas.microsoft.com/office/drawing/2014/main" val="2809051244"/>
                    </a:ext>
                  </a:extLst>
                </a:gridCol>
              </a:tblGrid>
              <a:tr h="2567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charset="0"/>
                        </a:rPr>
                        <a:t>안건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주요 내용                                    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F/up</a:t>
                      </a:r>
                      <a:r>
                        <a:rPr lang="en-US" altLang="ko-KR" sz="10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442532"/>
                  </a:ext>
                </a:extLst>
              </a:tr>
              <a:tr h="27633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altLang="ko-KR" sz="1000" b="0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 marL="72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82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1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endParaRPr kumimoji="0" lang="en-US" altLang="ko-KR" sz="1000" b="1" kern="120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 marL="7200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charset="0"/>
                        <a:sym typeface="Wingdings" panose="05000000000000000000" pitchFamily="2" charset="2"/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152596"/>
      </p:ext>
    </p:extLst>
  </p:cSld>
  <p:clrMapOvr>
    <a:masterClrMapping/>
  </p:clrMapOvr>
</p:sld>
</file>

<file path=ppt/theme/theme1.xml><?xml version="1.0" encoding="utf-8"?>
<a:theme xmlns:a="http://schemas.openxmlformats.org/drawingml/2006/main" name="엘앤에프 보고 기본 포맷">
  <a:themeElements>
    <a:clrScheme name="사용자 지정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95959"/>
      </a:hlink>
      <a:folHlink>
        <a:srgbClr val="595959"/>
      </a:folHlink>
    </a:clrScheme>
    <a:fontScheme name="a고딕 17 / 15">
      <a:majorFont>
        <a:latin typeface="a고딕17"/>
        <a:ea typeface="a고딕17"/>
        <a:cs typeface=""/>
      </a:majorFont>
      <a:minorFont>
        <a:latin typeface="a고딕15"/>
        <a:ea typeface="a고딕15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solidFill>
            <a:srgbClr val="FF0000"/>
          </a:solidFill>
        </a:ln>
      </a:spPr>
      <a:bodyPr rtlCol="0" anchor="ctr"/>
      <a:lstStyle>
        <a:defPPr algn="ctr">
          <a:defRPr sz="1000" smtClean="0">
            <a:ln>
              <a:solidFill>
                <a:schemeClr val="bg1">
                  <a:alpha val="15000"/>
                </a:schemeClr>
              </a:solidFill>
            </a:ln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와이드스크린</PresentationFormat>
  <Paragraphs>285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a고딕13</vt:lpstr>
      <vt:lpstr>a고딕15</vt:lpstr>
      <vt:lpstr>맑은 고딕</vt:lpstr>
      <vt:lpstr>72 Light</vt:lpstr>
      <vt:lpstr>Arial</vt:lpstr>
      <vt:lpstr>Wingdings</vt:lpstr>
      <vt:lpstr>엘앤에프 보고 기본 포맷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2024-08-27T23:29:21Z</dcterms:created>
  <dcterms:modified xsi:type="dcterms:W3CDTF">2025-08-28T00:07:58Z</dcterms:modified>
</cp:coreProperties>
</file>